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Good morning. We are presenting how Meridian can build an HR and workforce system for product and AI work while keeping existing services reliable. Our recommendation links decision authority, a 275-hire Year 1 plan and seven clearly designed jobs. We begin with the problem and the structure before explaining the numbers.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Meridian wants India to do more strategic product and AI work. The difficulty is that responsibility has grown faster than local decision authority. We therefore ask how HR can provide the right skills, clear decisions and service protection within time and budget limits. Hiring helps skills and workload. Access and authority also need a written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The case places Ananya Rao at the India leadership level, with delivery, service and review responsibilities below her. HQ and regional owners retain key decisions on price, customer access or consent, architecture and exceptions. This resembles a machine bureaucracy because rules and formal approvals coordinate the work. The problem is that India answers for delivery while waiting for decisions elsewhere.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We recommend a hybrid arrangement. Rao sponsors the pilot and resolves cross-team conflicts. Kabir coordinates seven funded product squads, each with a Product Owner and the skills needed to deliver. Functional owners maintain standards and legacy service cover. HR connects staffing, selection and readiness. The Product Owner decides priorities only inside a written boundary. HQ retains price, consent and major architecture rights. This adds the mutual adjustment associated with adhocracy while keeping controls where the case requires them. It is our recommendation, not a permanent transfer already approved by the board.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We now move to our workforce planning. The following numbers are the team’s Year 1 planning model based on Aadya’s final workbook. They are different from the small operational pilot calculation in the earlier deck. We first size the funded work, then decide how to source it, and finally calculate hiring costs.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The original request was 600 positions for ten squads. Only seven squads had funded demand. Using the model’s assumption of sixty people per squad gives gross need of 420. We subtract 21 for duplication, 42 for handoff redesign and 25.2 for legacy work retired in Year 1. These deductions are planning assumptions supported by case problems, not measured savings. Net demand is 331.8 and role-level rounding gives 332. Internal moves provide 76 and vendor capacity provides 33, leaving 223 external squad positions. Add 38 legacy backfills and 14 early-exit replacements to reach 275 hiring actions.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This table separates the size of the work from the number of hires. The need column includes 332 squad positions plus 38 service backfills. Internal movement fills 76 and temporary vendors provide 33 person-equivalents. Base external hiring totals 261 and the replacement allowance adds 14, giving 275. Need and hires are different measures. Our hiring proposal starts with 111, then releases 96 and 68 only after the launch gates. Vendor workers are capacity, not employee hires.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Table 3 is the total capacity each squad needs, however we source it. Read one row across: Squad 1 needs one Product Owner, nineteen engineers, twelve Data and AI people, seven in assurance, four in customer data and four in customer success. That totals 47. The squad totals range from 47 to 49 and add to 332. The model spreads roles broadly evenly because the case does not give individual squad sizes. This is not the number of new hires.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Table 4 changes the question from people needed to people to hire. The squad rows total 235 hiring actions. Two squads show zero Product Owner hiring because those seats are filled internally. Add forty shared Service Operations hires to reach 275. Those forty include thirty-eight base backfills plus two replacements. The squad table also includes replacement cover, so 235 hiring actions should not be read as 235 extra simultaneous seats.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Table 5 shows hiring cost by role. Recruitment uses eight percent of annual CTC and onboarding uses 0.6 lakh per hire. Year 1 payroll reflects staggered joining, rather than a full year for every hire. Recruitment is 397.44 lakh, onboarding is 165 lakh and payroll is 2678 lakh. Together they total 3240.44 lakh, or 32.4044 crore, rounded to 32.40 crore. These are model rates and salary assumptions. Vendor costs are excluded. The small displayed rounding differences do not change the workbook total.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This role has 5 planned hires. The underlying need is 7, with 2 internal and 0 vendor capacity. A clear priority for the whole squad. The work is to own the backlog and acceptance criteria. resolve scope questions inside the agreed limit. We would look for product judgement and clear requirements. A useful selection task is to prioritise a backlog and explain the trade-off. The authority boundary matters: Price, consent and major architecture stay with their owners. Success means an accepted outcome within a written decision boundary. These duties and selection ideas are our proposed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This role has 95 planned hires. The underlying need is 130, with 20 internal and 20 vendor capacity. Working software that protects existing service. The work is to build maintainable features and platform components. prepare test evidence and a rollback route. We would look for coding, debugging and reliable design. A useful selection task is to build a small change with a legacy dependency. The authority boundary matters: Architecture exceptions need the named reviewer. Success means tested changes and a dependable handover. These duties and selection ideas are our proposed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This role has 60 planned hires. The underlying need is 81, with 16 internal and 8 vendor capacity. Reliable data for useful AI output. The work is to build pipelines and ai components. check data quality and investigate unsafe output. We would look for data reasoning and reproducible analysis. A useful selection task is to find an anomaly and explain a model failure. The authority boundary matters: Data owners approve access. AI output needs human judgement. Success means traceable data and reproducible checks. These duties and selection ideas are our proposed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This role has 34 planned hires. The underlying need is 49, with 12 internal and 5 vendor capacity. Evidence that a release is safe enough to use. The work is to test releases, false alerts and unusual cases. track defects and confirm the correction. We would look for testing skill and evidence-based judgement. A useful selection task is to review a release pack and justify a hold or retest. The authority boundary matters: Follow the agreed release-hold and escalation process. Success means clear evidence of what passed, failed and needs action. These duties and selection ideas are our proposed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This role has 17 planned hires. The underlying need is 32, with 16 internal and 0 vendor capacity. One accurate view of customer and contract data. The work is to reconcile records and contract exceptions. share legacy knowledge and prevent duplicate packs. We would look for data accuracy and contract-code knowledge. A useful selection task is to resolve an unusual code using supporting evidence. The authority boundary matters: Owners approve contract changes and report retirement. Success means an accepted shared pack with clear exception records. These duties and selection ideas are our proposed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This role has 24 planned hires. The underlying need is 33, with 10 internal and 0 vendor capacity. Customer commitments the team can deliver. The work is to understand customer needs and explain the solution. feed issues back into the squad’s work. We would look for clear communication and solution discovery. A useful selection task is to handle a request for an untested feature. The authority boundary matters: Escalate pricing, consent and unsupported commitments. Success means an accurate promise and a clear next step for the customer. These duties and selection ideas are our proposed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Meridian Forward Student Case 9.3, especially P008, P024, P044, P051–052 and P216. Final staffing and cost model: Meridian_HR_Workforce_Plan Aadya.xlsx and Meridian_HR_Workforce_Plan aadya's.docx. JDs: Meridian_Forward_Job_Descriptions.docx. Recommended structure and role design are team proposals. Rates and staffing percentages are model assumptions.</a:t>
            </a:r>
          </a:p>
          <a:p>
            <a:r>
              <a:t>This role has 40 planned hires. The underlying need is 38, with 0 internal and 0 vendor capacity. Existing service continues during internal moves. The work is to run retained services and learn unusual cases. complete checked handovers before staff move. We would look for process accuracy and dependable escalation. A useful selection task is to handle a service queue with an unusual data fault. The authority boundary matters: The service owner approves the incumbent’s release. Success means a ready replacement and continuous legacy service. These duties and selection ideas are our proposed design. Forty hires cover thirty-eight base backfills plus two early-exit replacements. We conclude with 275 planned hiring actions, supported by clear authority and protected legacy service.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A7627C6-FE7A-4DD2-8125-E2A762C4ED2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3E8C1DA7-1EDE-4F82-9E60-0133083A2205}"/>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2D4E576-B4FD-4395-84F6-21183A6AA87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3C66FE1-706C-4A0E-9B0F-71D15807B66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A9C2C106-00B9-458D-958E-A5DCC1546E80}"/>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BF7E083-19C5-4BEF-8135-05E95B94126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72CE65B-F99E-460B-B931-2822499640E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2F8B74F-FFCE-4C86-A6CF-CC34A555E4A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4842D30-32A1-4AC3-B302-444253DA86F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AA996E3-D06D-4976-96B6-EA83B23FE9A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3">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visual-1">
            <a:extLst>
              <a:ext uri="{FF2B5EF4-FFF2-40B4-BE49-F238E27FC236}">
                <a16:creationId xmlns:a16="http://schemas.microsoft.com/office/drawing/2014/main" id="{938F06A6-22EE-4445-996D-7DE5D392369D}"/>
              </a:ext>
            </a:extLst>
          </p:cNvPr>
          <p:cNvSpPr>
            <a:spLocks noGrp="1"/>
          </p:cNvSpPr>
          <p:nvPr/>
        </p:nvSpPr>
        <p:spPr>
          <a:xfrm>
            <a:off x="0" y="0"/>
            <a:ext cx="133350" cy="6858000"/>
          </a:xfrm>
          <a:prstGeom prst="rect">
            <a:avLst/>
          </a:prstGeom>
          <a:solidFill>
            <a:schemeClr val="tx2">
              <a:lumMod val="75000"/>
            </a:schemeClr>
          </a:solidFill>
          <a:ln w="0">
            <a:noFill/>
            <a:prstDash val="solid"/>
          </a:ln>
        </p:spPr>
      </p:sp>
      <p:sp>
        <p:nvSpPr>
          <p:cNvPr id="2" name="visual-2">
            <a:extLst>
              <a:ext uri="{FF2B5EF4-FFF2-40B4-BE49-F238E27FC236}">
                <a16:creationId xmlns:a16="http://schemas.microsoft.com/office/drawing/2014/main" id="{6366EF86-C7F2-4501-9BDA-4304197DD072}"/>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F7F4ED"/>
                </a:solidFill>
                <a:latin typeface="Arial"/>
                <a:ea typeface="Arial"/>
                <a:cs typeface="Arial"/>
              </a:defRPr>
            </a:defPPr>
            <a:lvl1pPr algn="l">
              <a:defRPr sz="3300" b="1">
                <a:solidFill>
                  <a:srgbClr val="F7F4ED"/>
                </a:solidFill>
                <a:latin typeface="Arial"/>
                <a:ea typeface="Arial"/>
                <a:cs typeface="Arial"/>
              </a:defRPr>
            </a:lvl1pPr>
            <a:lvl2pPr algn="l">
              <a:defRPr sz="3300" b="1">
                <a:solidFill>
                  <a:srgbClr val="F7F4ED"/>
                </a:solidFill>
                <a:latin typeface="Arial"/>
                <a:ea typeface="Arial"/>
                <a:cs typeface="Arial"/>
              </a:defRPr>
            </a:lvl2pPr>
            <a:lvl3pPr algn="l">
              <a:defRPr sz="3300" b="1">
                <a:solidFill>
                  <a:srgbClr val="F7F4ED"/>
                </a:solidFill>
                <a:latin typeface="Arial"/>
                <a:ea typeface="Arial"/>
                <a:cs typeface="Arial"/>
              </a:defRPr>
            </a:lvl3pPr>
            <a:lvl4pPr algn="l">
              <a:defRPr sz="3300" b="1">
                <a:solidFill>
                  <a:srgbClr val="F7F4ED"/>
                </a:solidFill>
                <a:latin typeface="Arial"/>
                <a:ea typeface="Arial"/>
                <a:cs typeface="Arial"/>
              </a:defRPr>
            </a:lvl4pPr>
            <a:lvl5pPr algn="l">
              <a:defRPr sz="3300" b="1">
                <a:solidFill>
                  <a:srgbClr val="F7F4ED"/>
                </a:solidFill>
                <a:latin typeface="Arial"/>
                <a:ea typeface="Arial"/>
                <a:cs typeface="Arial"/>
              </a:defRPr>
            </a:lvl5pPr>
            <a:lvl6pPr algn="l">
              <a:defRPr sz="3300" b="1">
                <a:solidFill>
                  <a:srgbClr val="F7F4ED"/>
                </a:solidFill>
                <a:latin typeface="Arial"/>
                <a:ea typeface="Arial"/>
                <a:cs typeface="Arial"/>
              </a:defRPr>
            </a:lvl6pPr>
            <a:lvl7pPr algn="l">
              <a:defRPr sz="3300" b="1">
                <a:solidFill>
                  <a:srgbClr val="F7F4ED"/>
                </a:solidFill>
                <a:latin typeface="Arial"/>
                <a:ea typeface="Arial"/>
                <a:cs typeface="Arial"/>
              </a:defRPr>
            </a:lvl7pPr>
            <a:lvl8pPr algn="l">
              <a:defRPr sz="3300" b="1">
                <a:solidFill>
                  <a:srgbClr val="F7F4ED"/>
                </a:solidFill>
                <a:latin typeface="Arial"/>
                <a:ea typeface="Arial"/>
                <a:cs typeface="Arial"/>
              </a:defRPr>
            </a:lvl8pPr>
            <a:lvl9pPr algn="l">
              <a:defRPr sz="3300" b="1">
                <a:solidFill>
                  <a:srgbClr val="F7F4ED"/>
                </a:solidFill>
                <a:latin typeface="Arial"/>
                <a:ea typeface="Arial"/>
                <a:cs typeface="Arial"/>
              </a:defRPr>
            </a:lvl9pPr>
          </a:lstStyle>
          <a:p>
            <a:pPr algn="l">
              <a:defRPr sz="3300" b="1">
                <a:solidFill>
                  <a:srgbClr val="F7F4ED"/>
                </a:solidFill>
                <a:latin typeface="Arial"/>
                <a:ea typeface="Arial"/>
                <a:cs typeface="Arial"/>
              </a:defRPr>
            </a:pPr>
            <a:r>
              <a:rPr sz="3300" b="1" dirty="0">
                <a:solidFill>
                  <a:schemeClr val="tx2">
                    <a:lumMod val="75000"/>
                  </a:schemeClr>
                </a:solidFill>
                <a:latin typeface="Arial"/>
                <a:ea typeface="Arial"/>
                <a:cs typeface="Arial"/>
              </a:rPr>
              <a:t>Meridian Forward</a:t>
            </a:r>
          </a:p>
        </p:txBody>
      </p:sp>
      <p:sp>
        <p:nvSpPr>
          <p:cNvPr id="3" name="visual-3">
            <a:extLst>
              <a:ext uri="{FF2B5EF4-FFF2-40B4-BE49-F238E27FC236}">
                <a16:creationId xmlns:a16="http://schemas.microsoft.com/office/drawing/2014/main" id="{82E550D1-E8EC-423D-91B5-679B4C6C748B}"/>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BDD4D4"/>
                </a:solidFill>
                <a:latin typeface="Arial"/>
                <a:ea typeface="Arial"/>
                <a:cs typeface="Arial"/>
              </a:defRPr>
            </a:defPPr>
            <a:lvl1pPr algn="r">
              <a:defRPr sz="1200" b="0">
                <a:solidFill>
                  <a:srgbClr val="BDD4D4"/>
                </a:solidFill>
                <a:latin typeface="Arial"/>
                <a:ea typeface="Arial"/>
                <a:cs typeface="Arial"/>
              </a:defRPr>
            </a:lvl1pPr>
            <a:lvl2pPr algn="r">
              <a:defRPr sz="1200" b="0">
                <a:solidFill>
                  <a:srgbClr val="BDD4D4"/>
                </a:solidFill>
                <a:latin typeface="Arial"/>
                <a:ea typeface="Arial"/>
                <a:cs typeface="Arial"/>
              </a:defRPr>
            </a:lvl2pPr>
            <a:lvl3pPr algn="r">
              <a:defRPr sz="1200" b="0">
                <a:solidFill>
                  <a:srgbClr val="BDD4D4"/>
                </a:solidFill>
                <a:latin typeface="Arial"/>
                <a:ea typeface="Arial"/>
                <a:cs typeface="Arial"/>
              </a:defRPr>
            </a:lvl3pPr>
            <a:lvl4pPr algn="r">
              <a:defRPr sz="1200" b="0">
                <a:solidFill>
                  <a:srgbClr val="BDD4D4"/>
                </a:solidFill>
                <a:latin typeface="Arial"/>
                <a:ea typeface="Arial"/>
                <a:cs typeface="Arial"/>
              </a:defRPr>
            </a:lvl4pPr>
            <a:lvl5pPr algn="r">
              <a:defRPr sz="1200" b="0">
                <a:solidFill>
                  <a:srgbClr val="BDD4D4"/>
                </a:solidFill>
                <a:latin typeface="Arial"/>
                <a:ea typeface="Arial"/>
                <a:cs typeface="Arial"/>
              </a:defRPr>
            </a:lvl5pPr>
            <a:lvl6pPr algn="r">
              <a:defRPr sz="1200" b="0">
                <a:solidFill>
                  <a:srgbClr val="BDD4D4"/>
                </a:solidFill>
                <a:latin typeface="Arial"/>
                <a:ea typeface="Arial"/>
                <a:cs typeface="Arial"/>
              </a:defRPr>
            </a:lvl6pPr>
            <a:lvl7pPr algn="r">
              <a:defRPr sz="1200" b="0">
                <a:solidFill>
                  <a:srgbClr val="BDD4D4"/>
                </a:solidFill>
                <a:latin typeface="Arial"/>
                <a:ea typeface="Arial"/>
                <a:cs typeface="Arial"/>
              </a:defRPr>
            </a:lvl7pPr>
            <a:lvl8pPr algn="r">
              <a:defRPr sz="1200" b="0">
                <a:solidFill>
                  <a:srgbClr val="BDD4D4"/>
                </a:solidFill>
                <a:latin typeface="Arial"/>
                <a:ea typeface="Arial"/>
                <a:cs typeface="Arial"/>
              </a:defRPr>
            </a:lvl8pPr>
            <a:lvl9pPr algn="r">
              <a:defRPr sz="1200" b="0">
                <a:solidFill>
                  <a:srgbClr val="BDD4D4"/>
                </a:solidFill>
                <a:latin typeface="Arial"/>
                <a:ea typeface="Arial"/>
                <a:cs typeface="Arial"/>
              </a:defRPr>
            </a:lvl9pPr>
          </a:lstStyle>
          <a:p>
            <a:pPr algn="r">
              <a:defRPr sz="1200" b="0">
                <a:solidFill>
                  <a:srgbClr val="BDD4D4"/>
                </a:solidFill>
                <a:latin typeface="Arial"/>
                <a:ea typeface="Arial"/>
                <a:cs typeface="Arial"/>
              </a:defRPr>
            </a:pPr>
            <a:r>
              <a:rPr sz="1200" b="0" dirty="0">
                <a:solidFill>
                  <a:srgbClr val="BDD4D4"/>
                </a:solidFill>
                <a:latin typeface="Arial"/>
                <a:ea typeface="Arial"/>
                <a:cs typeface="Arial"/>
              </a:rPr>
              <a:t>  01 / 17</a:t>
            </a:r>
          </a:p>
        </p:txBody>
      </p:sp>
      <p:sp>
        <p:nvSpPr>
          <p:cNvPr id="4" name="visual-4">
            <a:extLst>
              <a:ext uri="{FF2B5EF4-FFF2-40B4-BE49-F238E27FC236}">
                <a16:creationId xmlns:a16="http://schemas.microsoft.com/office/drawing/2014/main" id="{409217F1-50CD-43A6-AC24-59BC2EB39441}"/>
              </a:ext>
            </a:extLst>
          </p:cNvPr>
          <p:cNvSpPr>
            <a:spLocks noGrp="1"/>
          </p:cNvSpPr>
          <p:nvPr/>
        </p:nvSpPr>
        <p:spPr>
          <a:xfrm>
            <a:off x="571500" y="1524000"/>
            <a:ext cx="8572500" cy="838200"/>
          </a:xfrm>
          <a:prstGeom prst="rect">
            <a:avLst/>
          </a:prstGeom>
          <a:noFill/>
          <a:ln w="0">
            <a:noFill/>
            <a:prstDash val="solid"/>
          </a:ln>
        </p:spPr>
        <p:txBody>
          <a:bodyPr lIns="0" tIns="0" rIns="0" bIns="0" anchor="ctr"/>
          <a:lstStyle>
            <a:defPPr algn="l">
              <a:defRPr sz="3975" b="1">
                <a:solidFill>
                  <a:srgbClr val="F7F4ED"/>
                </a:solidFill>
                <a:latin typeface="Arial"/>
                <a:ea typeface="Arial"/>
                <a:cs typeface="Arial"/>
              </a:defRPr>
            </a:defPPr>
            <a:lvl1pPr algn="l">
              <a:defRPr sz="3975" b="1">
                <a:solidFill>
                  <a:srgbClr val="F7F4ED"/>
                </a:solidFill>
                <a:latin typeface="Arial"/>
                <a:ea typeface="Arial"/>
                <a:cs typeface="Arial"/>
              </a:defRPr>
            </a:lvl1pPr>
            <a:lvl2pPr algn="l">
              <a:defRPr sz="3975" b="1">
                <a:solidFill>
                  <a:srgbClr val="F7F4ED"/>
                </a:solidFill>
                <a:latin typeface="Arial"/>
                <a:ea typeface="Arial"/>
                <a:cs typeface="Arial"/>
              </a:defRPr>
            </a:lvl2pPr>
            <a:lvl3pPr algn="l">
              <a:defRPr sz="3975" b="1">
                <a:solidFill>
                  <a:srgbClr val="F7F4ED"/>
                </a:solidFill>
                <a:latin typeface="Arial"/>
                <a:ea typeface="Arial"/>
                <a:cs typeface="Arial"/>
              </a:defRPr>
            </a:lvl3pPr>
            <a:lvl4pPr algn="l">
              <a:defRPr sz="3975" b="1">
                <a:solidFill>
                  <a:srgbClr val="F7F4ED"/>
                </a:solidFill>
                <a:latin typeface="Arial"/>
                <a:ea typeface="Arial"/>
                <a:cs typeface="Arial"/>
              </a:defRPr>
            </a:lvl4pPr>
            <a:lvl5pPr algn="l">
              <a:defRPr sz="3975" b="1">
                <a:solidFill>
                  <a:srgbClr val="F7F4ED"/>
                </a:solidFill>
                <a:latin typeface="Arial"/>
                <a:ea typeface="Arial"/>
                <a:cs typeface="Arial"/>
              </a:defRPr>
            </a:lvl5pPr>
            <a:lvl6pPr algn="l">
              <a:defRPr sz="3975" b="1">
                <a:solidFill>
                  <a:srgbClr val="F7F4ED"/>
                </a:solidFill>
                <a:latin typeface="Arial"/>
                <a:ea typeface="Arial"/>
                <a:cs typeface="Arial"/>
              </a:defRPr>
            </a:lvl6pPr>
            <a:lvl7pPr algn="l">
              <a:defRPr sz="3975" b="1">
                <a:solidFill>
                  <a:srgbClr val="F7F4ED"/>
                </a:solidFill>
                <a:latin typeface="Arial"/>
                <a:ea typeface="Arial"/>
                <a:cs typeface="Arial"/>
              </a:defRPr>
            </a:lvl7pPr>
            <a:lvl8pPr algn="l">
              <a:defRPr sz="3975" b="1">
                <a:solidFill>
                  <a:srgbClr val="F7F4ED"/>
                </a:solidFill>
                <a:latin typeface="Arial"/>
                <a:ea typeface="Arial"/>
                <a:cs typeface="Arial"/>
              </a:defRPr>
            </a:lvl8pPr>
            <a:lvl9pPr algn="l">
              <a:defRPr sz="3975" b="1">
                <a:solidFill>
                  <a:srgbClr val="F7F4ED"/>
                </a:solidFill>
                <a:latin typeface="Arial"/>
                <a:ea typeface="Arial"/>
                <a:cs typeface="Arial"/>
              </a:defRPr>
            </a:lvl9pPr>
          </a:lstStyle>
          <a:p>
            <a:pPr algn="l">
              <a:defRPr sz="3975" b="1">
                <a:solidFill>
                  <a:srgbClr val="F7F4ED"/>
                </a:solidFill>
                <a:latin typeface="Arial"/>
                <a:ea typeface="Arial"/>
                <a:cs typeface="Arial"/>
              </a:defRPr>
            </a:pPr>
            <a:r>
              <a:rPr sz="3975" b="1" dirty="0">
                <a:solidFill>
                  <a:schemeClr val="tx2">
                    <a:lumMod val="75000"/>
                  </a:schemeClr>
                </a:solidFill>
                <a:latin typeface="Arial"/>
                <a:ea typeface="Arial"/>
                <a:cs typeface="Arial"/>
              </a:rPr>
              <a:t>Building the HR function</a:t>
            </a:r>
          </a:p>
        </p:txBody>
      </p:sp>
      <p:sp>
        <p:nvSpPr>
          <p:cNvPr id="5" name="visual-5">
            <a:extLst>
              <a:ext uri="{FF2B5EF4-FFF2-40B4-BE49-F238E27FC236}">
                <a16:creationId xmlns:a16="http://schemas.microsoft.com/office/drawing/2014/main" id="{015E83DD-A7D0-4E4B-BDC1-A6BD2CE00006}"/>
              </a:ext>
            </a:extLst>
          </p:cNvPr>
          <p:cNvSpPr>
            <a:spLocks noGrp="1"/>
          </p:cNvSpPr>
          <p:nvPr/>
        </p:nvSpPr>
        <p:spPr>
          <a:xfrm>
            <a:off x="590550" y="2571750"/>
            <a:ext cx="10096500" cy="514350"/>
          </a:xfrm>
          <a:prstGeom prst="rect">
            <a:avLst/>
          </a:prstGeom>
          <a:noFill/>
          <a:ln w="0">
            <a:noFill/>
            <a:prstDash val="solid"/>
          </a:ln>
        </p:spPr>
        <p:txBody>
          <a:bodyPr lIns="0" tIns="0" rIns="0" bIns="0" anchor="ctr"/>
          <a:lstStyle>
            <a:defPPr algn="l">
              <a:defRPr sz="2325" b="0">
                <a:solidFill>
                  <a:srgbClr val="BDD4D4"/>
                </a:solidFill>
                <a:latin typeface="Arial"/>
                <a:ea typeface="Arial"/>
                <a:cs typeface="Arial"/>
              </a:defRPr>
            </a:defPPr>
            <a:lvl1pPr algn="l">
              <a:defRPr sz="2325" b="0">
                <a:solidFill>
                  <a:srgbClr val="BDD4D4"/>
                </a:solidFill>
                <a:latin typeface="Arial"/>
                <a:ea typeface="Arial"/>
                <a:cs typeface="Arial"/>
              </a:defRPr>
            </a:lvl1pPr>
            <a:lvl2pPr algn="l">
              <a:defRPr sz="2325" b="0">
                <a:solidFill>
                  <a:srgbClr val="BDD4D4"/>
                </a:solidFill>
                <a:latin typeface="Arial"/>
                <a:ea typeface="Arial"/>
                <a:cs typeface="Arial"/>
              </a:defRPr>
            </a:lvl2pPr>
            <a:lvl3pPr algn="l">
              <a:defRPr sz="2325" b="0">
                <a:solidFill>
                  <a:srgbClr val="BDD4D4"/>
                </a:solidFill>
                <a:latin typeface="Arial"/>
                <a:ea typeface="Arial"/>
                <a:cs typeface="Arial"/>
              </a:defRPr>
            </a:lvl3pPr>
            <a:lvl4pPr algn="l">
              <a:defRPr sz="2325" b="0">
                <a:solidFill>
                  <a:srgbClr val="BDD4D4"/>
                </a:solidFill>
                <a:latin typeface="Arial"/>
                <a:ea typeface="Arial"/>
                <a:cs typeface="Arial"/>
              </a:defRPr>
            </a:lvl4pPr>
            <a:lvl5pPr algn="l">
              <a:defRPr sz="2325" b="0">
                <a:solidFill>
                  <a:srgbClr val="BDD4D4"/>
                </a:solidFill>
                <a:latin typeface="Arial"/>
                <a:ea typeface="Arial"/>
                <a:cs typeface="Arial"/>
              </a:defRPr>
            </a:lvl5pPr>
            <a:lvl6pPr algn="l">
              <a:defRPr sz="2325" b="0">
                <a:solidFill>
                  <a:srgbClr val="BDD4D4"/>
                </a:solidFill>
                <a:latin typeface="Arial"/>
                <a:ea typeface="Arial"/>
                <a:cs typeface="Arial"/>
              </a:defRPr>
            </a:lvl6pPr>
            <a:lvl7pPr algn="l">
              <a:defRPr sz="2325" b="0">
                <a:solidFill>
                  <a:srgbClr val="BDD4D4"/>
                </a:solidFill>
                <a:latin typeface="Arial"/>
                <a:ea typeface="Arial"/>
                <a:cs typeface="Arial"/>
              </a:defRPr>
            </a:lvl7pPr>
            <a:lvl8pPr algn="l">
              <a:defRPr sz="2325" b="0">
                <a:solidFill>
                  <a:srgbClr val="BDD4D4"/>
                </a:solidFill>
                <a:latin typeface="Arial"/>
                <a:ea typeface="Arial"/>
                <a:cs typeface="Arial"/>
              </a:defRPr>
            </a:lvl8pPr>
            <a:lvl9pPr algn="l">
              <a:defRPr sz="2325" b="0">
                <a:solidFill>
                  <a:srgbClr val="BDD4D4"/>
                </a:solidFill>
                <a:latin typeface="Arial"/>
                <a:ea typeface="Arial"/>
                <a:cs typeface="Arial"/>
              </a:defRPr>
            </a:lvl9pPr>
          </a:lstStyle>
          <a:p>
            <a:pPr algn="l">
              <a:defRPr sz="2325" b="0">
                <a:solidFill>
                  <a:srgbClr val="BDD4D4"/>
                </a:solidFill>
                <a:latin typeface="Arial"/>
                <a:ea typeface="Arial"/>
                <a:cs typeface="Arial"/>
              </a:defRPr>
            </a:pPr>
            <a:r>
              <a:rPr sz="2325" b="0" dirty="0">
                <a:solidFill>
                  <a:schemeClr val="accent1">
                    <a:lumMod val="50000"/>
                  </a:schemeClr>
                </a:solidFill>
                <a:latin typeface="Arial"/>
                <a:ea typeface="Arial"/>
                <a:cs typeface="Arial"/>
              </a:rPr>
              <a:t>Structure. Workforce. Seven clear jobs.</a:t>
            </a:r>
          </a:p>
        </p:txBody>
      </p:sp>
      <p:sp>
        <p:nvSpPr>
          <p:cNvPr id="6" name="visual-6">
            <a:extLst>
              <a:ext uri="{FF2B5EF4-FFF2-40B4-BE49-F238E27FC236}">
                <a16:creationId xmlns:a16="http://schemas.microsoft.com/office/drawing/2014/main" id="{218FEC76-170A-46B1-B8CE-6B64953E9C4A}"/>
              </a:ext>
            </a:extLst>
          </p:cNvPr>
          <p:cNvSpPr>
            <a:spLocks noGrp="1"/>
          </p:cNvSpPr>
          <p:nvPr/>
        </p:nvSpPr>
        <p:spPr>
          <a:xfrm>
            <a:off x="7429500" y="3810000"/>
            <a:ext cx="333375" cy="857250"/>
          </a:xfrm>
          <a:prstGeom prst="rect">
            <a:avLst/>
          </a:prstGeom>
          <a:solidFill>
            <a:schemeClr val="tx2">
              <a:lumMod val="50000"/>
            </a:schemeClr>
          </a:solidFill>
          <a:ln w="0">
            <a:noFill/>
            <a:prstDash val="solid"/>
          </a:ln>
        </p:spPr>
      </p:sp>
      <p:sp>
        <p:nvSpPr>
          <p:cNvPr id="7" name="visual-7">
            <a:extLst>
              <a:ext uri="{FF2B5EF4-FFF2-40B4-BE49-F238E27FC236}">
                <a16:creationId xmlns:a16="http://schemas.microsoft.com/office/drawing/2014/main" id="{6E1852DB-EEDC-42BA-9BEF-6B2DBD9CC4B2}"/>
              </a:ext>
            </a:extLst>
          </p:cNvPr>
          <p:cNvSpPr>
            <a:spLocks noGrp="1"/>
          </p:cNvSpPr>
          <p:nvPr/>
        </p:nvSpPr>
        <p:spPr>
          <a:xfrm>
            <a:off x="7981950" y="3590925"/>
            <a:ext cx="333375" cy="1076325"/>
          </a:xfrm>
          <a:prstGeom prst="rect">
            <a:avLst/>
          </a:prstGeom>
          <a:solidFill>
            <a:schemeClr val="accent2">
              <a:lumMod val="75000"/>
            </a:schemeClr>
          </a:solidFill>
          <a:ln w="0">
            <a:noFill/>
            <a:prstDash val="solid"/>
          </a:ln>
        </p:spPr>
      </p:sp>
      <p:sp>
        <p:nvSpPr>
          <p:cNvPr id="8" name="visual-8">
            <a:extLst>
              <a:ext uri="{FF2B5EF4-FFF2-40B4-BE49-F238E27FC236}">
                <a16:creationId xmlns:a16="http://schemas.microsoft.com/office/drawing/2014/main" id="{A10B4468-2AF7-4A5C-8EB2-E50AB7117907}"/>
              </a:ext>
            </a:extLst>
          </p:cNvPr>
          <p:cNvSpPr>
            <a:spLocks noGrp="1"/>
          </p:cNvSpPr>
          <p:nvPr/>
        </p:nvSpPr>
        <p:spPr>
          <a:xfrm>
            <a:off x="8534400" y="3371850"/>
            <a:ext cx="333375" cy="1295400"/>
          </a:xfrm>
          <a:prstGeom prst="rect">
            <a:avLst/>
          </a:prstGeom>
          <a:solidFill>
            <a:schemeClr val="tx2">
              <a:lumMod val="50000"/>
            </a:schemeClr>
          </a:solidFill>
          <a:ln w="0">
            <a:noFill/>
            <a:prstDash val="solid"/>
          </a:ln>
        </p:spPr>
      </p:sp>
      <p:sp>
        <p:nvSpPr>
          <p:cNvPr id="9" name="visual-9">
            <a:extLst>
              <a:ext uri="{FF2B5EF4-FFF2-40B4-BE49-F238E27FC236}">
                <a16:creationId xmlns:a16="http://schemas.microsoft.com/office/drawing/2014/main" id="{7837CBD7-B76E-4FD0-ABC9-261F404D4555}"/>
              </a:ext>
            </a:extLst>
          </p:cNvPr>
          <p:cNvSpPr>
            <a:spLocks noGrp="1"/>
          </p:cNvSpPr>
          <p:nvPr/>
        </p:nvSpPr>
        <p:spPr>
          <a:xfrm>
            <a:off x="9086850" y="3810000"/>
            <a:ext cx="333375" cy="857250"/>
          </a:xfrm>
          <a:prstGeom prst="rect">
            <a:avLst/>
          </a:prstGeom>
          <a:solidFill>
            <a:schemeClr val="accent2">
              <a:lumMod val="75000"/>
            </a:schemeClr>
          </a:solidFill>
          <a:ln w="0">
            <a:noFill/>
            <a:prstDash val="solid"/>
          </a:ln>
        </p:spPr>
      </p:sp>
      <p:sp>
        <p:nvSpPr>
          <p:cNvPr id="10" name="visual-10">
            <a:extLst>
              <a:ext uri="{FF2B5EF4-FFF2-40B4-BE49-F238E27FC236}">
                <a16:creationId xmlns:a16="http://schemas.microsoft.com/office/drawing/2014/main" id="{E4EF056C-82B5-4C63-8AAE-E3062B662A50}"/>
              </a:ext>
            </a:extLst>
          </p:cNvPr>
          <p:cNvSpPr>
            <a:spLocks noGrp="1"/>
          </p:cNvSpPr>
          <p:nvPr/>
        </p:nvSpPr>
        <p:spPr>
          <a:xfrm>
            <a:off x="9639300" y="3590925"/>
            <a:ext cx="333375" cy="1076325"/>
          </a:xfrm>
          <a:prstGeom prst="rect">
            <a:avLst/>
          </a:prstGeom>
          <a:solidFill>
            <a:schemeClr val="tx2">
              <a:lumMod val="50000"/>
            </a:schemeClr>
          </a:solidFill>
          <a:ln w="0">
            <a:noFill/>
            <a:prstDash val="solid"/>
          </a:ln>
        </p:spPr>
      </p:sp>
      <p:sp>
        <p:nvSpPr>
          <p:cNvPr id="11" name="visual-11">
            <a:extLst>
              <a:ext uri="{FF2B5EF4-FFF2-40B4-BE49-F238E27FC236}">
                <a16:creationId xmlns:a16="http://schemas.microsoft.com/office/drawing/2014/main" id="{48FBE593-D2C9-47D5-8CBF-C862B72D8CD0}"/>
              </a:ext>
            </a:extLst>
          </p:cNvPr>
          <p:cNvSpPr>
            <a:spLocks noGrp="1"/>
          </p:cNvSpPr>
          <p:nvPr/>
        </p:nvSpPr>
        <p:spPr>
          <a:xfrm>
            <a:off x="10191750" y="3371850"/>
            <a:ext cx="333375" cy="1295400"/>
          </a:xfrm>
          <a:prstGeom prst="rect">
            <a:avLst/>
          </a:prstGeom>
          <a:solidFill>
            <a:schemeClr val="accent2">
              <a:lumMod val="75000"/>
            </a:schemeClr>
          </a:solidFill>
          <a:ln w="0">
            <a:noFill/>
            <a:prstDash val="solid"/>
          </a:ln>
        </p:spPr>
      </p:sp>
      <p:sp>
        <p:nvSpPr>
          <p:cNvPr id="12" name="visual-12">
            <a:extLst>
              <a:ext uri="{FF2B5EF4-FFF2-40B4-BE49-F238E27FC236}">
                <a16:creationId xmlns:a16="http://schemas.microsoft.com/office/drawing/2014/main" id="{F023FDA8-64FA-427C-9FDF-09DB2AE5E32F}"/>
              </a:ext>
            </a:extLst>
          </p:cNvPr>
          <p:cNvSpPr>
            <a:spLocks noGrp="1"/>
          </p:cNvSpPr>
          <p:nvPr/>
        </p:nvSpPr>
        <p:spPr>
          <a:xfrm>
            <a:off x="10744200" y="3810000"/>
            <a:ext cx="333375" cy="857250"/>
          </a:xfrm>
          <a:prstGeom prst="rect">
            <a:avLst/>
          </a:prstGeom>
          <a:solidFill>
            <a:schemeClr val="tx2">
              <a:lumMod val="50000"/>
            </a:schemeClr>
          </a:solidFill>
          <a:ln w="0">
            <a:noFill/>
            <a:prstDash val="solid"/>
          </a:ln>
        </p:spPr>
      </p:sp>
      <p:sp>
        <p:nvSpPr>
          <p:cNvPr id="13" name="visual-13">
            <a:extLst>
              <a:ext uri="{FF2B5EF4-FFF2-40B4-BE49-F238E27FC236}">
                <a16:creationId xmlns:a16="http://schemas.microsoft.com/office/drawing/2014/main" id="{C7040DB8-A026-4CE0-A948-4939B3405EA8}"/>
              </a:ext>
            </a:extLst>
          </p:cNvPr>
          <p:cNvSpPr>
            <a:spLocks noGrp="1"/>
          </p:cNvSpPr>
          <p:nvPr/>
        </p:nvSpPr>
        <p:spPr>
          <a:xfrm>
            <a:off x="571500" y="3400425"/>
            <a:ext cx="4095750" cy="1333500"/>
          </a:xfrm>
          <a:prstGeom prst="rect">
            <a:avLst/>
          </a:prstGeom>
          <a:noFill/>
          <a:ln w="0">
            <a:noFill/>
            <a:prstDash val="solid"/>
          </a:ln>
        </p:spPr>
        <p:txBody>
          <a:bodyPr lIns="0" tIns="0" rIns="0" bIns="0" anchor="ctr"/>
          <a:lstStyle>
            <a:defPPr algn="l">
              <a:defRPr sz="8400" b="1">
                <a:solidFill>
                  <a:srgbClr val="D5A957"/>
                </a:solidFill>
                <a:latin typeface="Arial"/>
                <a:ea typeface="Arial"/>
                <a:cs typeface="Arial"/>
              </a:defRPr>
            </a:defPPr>
            <a:lvl1pPr algn="l">
              <a:defRPr sz="8400" b="1">
                <a:solidFill>
                  <a:srgbClr val="D5A957"/>
                </a:solidFill>
                <a:latin typeface="Arial"/>
                <a:ea typeface="Arial"/>
                <a:cs typeface="Arial"/>
              </a:defRPr>
            </a:lvl1pPr>
            <a:lvl2pPr algn="l">
              <a:defRPr sz="8400" b="1">
                <a:solidFill>
                  <a:srgbClr val="D5A957"/>
                </a:solidFill>
                <a:latin typeface="Arial"/>
                <a:ea typeface="Arial"/>
                <a:cs typeface="Arial"/>
              </a:defRPr>
            </a:lvl2pPr>
            <a:lvl3pPr algn="l">
              <a:defRPr sz="8400" b="1">
                <a:solidFill>
                  <a:srgbClr val="D5A957"/>
                </a:solidFill>
                <a:latin typeface="Arial"/>
                <a:ea typeface="Arial"/>
                <a:cs typeface="Arial"/>
              </a:defRPr>
            </a:lvl3pPr>
            <a:lvl4pPr algn="l">
              <a:defRPr sz="8400" b="1">
                <a:solidFill>
                  <a:srgbClr val="D5A957"/>
                </a:solidFill>
                <a:latin typeface="Arial"/>
                <a:ea typeface="Arial"/>
                <a:cs typeface="Arial"/>
              </a:defRPr>
            </a:lvl4pPr>
            <a:lvl5pPr algn="l">
              <a:defRPr sz="8400" b="1">
                <a:solidFill>
                  <a:srgbClr val="D5A957"/>
                </a:solidFill>
                <a:latin typeface="Arial"/>
                <a:ea typeface="Arial"/>
                <a:cs typeface="Arial"/>
              </a:defRPr>
            </a:lvl5pPr>
            <a:lvl6pPr algn="l">
              <a:defRPr sz="8400" b="1">
                <a:solidFill>
                  <a:srgbClr val="D5A957"/>
                </a:solidFill>
                <a:latin typeface="Arial"/>
                <a:ea typeface="Arial"/>
                <a:cs typeface="Arial"/>
              </a:defRPr>
            </a:lvl6pPr>
            <a:lvl7pPr algn="l">
              <a:defRPr sz="8400" b="1">
                <a:solidFill>
                  <a:srgbClr val="D5A957"/>
                </a:solidFill>
                <a:latin typeface="Arial"/>
                <a:ea typeface="Arial"/>
                <a:cs typeface="Arial"/>
              </a:defRPr>
            </a:lvl7pPr>
            <a:lvl8pPr algn="l">
              <a:defRPr sz="8400" b="1">
                <a:solidFill>
                  <a:srgbClr val="D5A957"/>
                </a:solidFill>
                <a:latin typeface="Arial"/>
                <a:ea typeface="Arial"/>
                <a:cs typeface="Arial"/>
              </a:defRPr>
            </a:lvl8pPr>
            <a:lvl9pPr algn="l">
              <a:defRPr sz="8400" b="1">
                <a:solidFill>
                  <a:srgbClr val="D5A957"/>
                </a:solidFill>
                <a:latin typeface="Arial"/>
                <a:ea typeface="Arial"/>
                <a:cs typeface="Arial"/>
              </a:defRPr>
            </a:lvl9pPr>
          </a:lstStyle>
          <a:p>
            <a:pPr algn="l">
              <a:defRPr sz="8400" b="1">
                <a:solidFill>
                  <a:srgbClr val="D5A957"/>
                </a:solidFill>
                <a:latin typeface="Arial"/>
                <a:ea typeface="Arial"/>
                <a:cs typeface="Arial"/>
              </a:defRPr>
            </a:pPr>
            <a:endParaRPr sz="8400" b="1" dirty="0">
              <a:solidFill>
                <a:srgbClr val="D5A957"/>
              </a:solidFill>
              <a:latin typeface="Arial"/>
              <a:ea typeface="Arial"/>
              <a:cs typeface="Arial"/>
            </a:endParaRPr>
          </a:p>
        </p:txBody>
      </p:sp>
      <p:sp>
        <p:nvSpPr>
          <p:cNvPr id="14" name="visual-14">
            <a:extLst>
              <a:ext uri="{FF2B5EF4-FFF2-40B4-BE49-F238E27FC236}">
                <a16:creationId xmlns:a16="http://schemas.microsoft.com/office/drawing/2014/main" id="{ACA2DD64-0BBB-427D-A174-6DA2BEF26559}"/>
              </a:ext>
            </a:extLst>
          </p:cNvPr>
          <p:cNvSpPr>
            <a:spLocks noGrp="1"/>
          </p:cNvSpPr>
          <p:nvPr/>
        </p:nvSpPr>
        <p:spPr>
          <a:xfrm>
            <a:off x="619125" y="4829175"/>
            <a:ext cx="6381750" cy="476250"/>
          </a:xfrm>
          <a:prstGeom prst="rect">
            <a:avLst/>
          </a:prstGeom>
          <a:noFill/>
          <a:ln w="0">
            <a:noFill/>
            <a:prstDash val="solid"/>
          </a:ln>
        </p:spPr>
        <p:txBody>
          <a:bodyPr lIns="0" tIns="0" rIns="0" bIns="0" anchor="ctr"/>
          <a:lstStyle>
            <a:defPPr algn="l">
              <a:defRPr sz="2625" b="0">
                <a:solidFill>
                  <a:srgbClr val="F7F4ED"/>
                </a:solidFill>
                <a:latin typeface="Arial"/>
                <a:ea typeface="Arial"/>
                <a:cs typeface="Arial"/>
              </a:defRPr>
            </a:defPPr>
            <a:lvl1pPr algn="l">
              <a:defRPr sz="2625" b="0">
                <a:solidFill>
                  <a:srgbClr val="F7F4ED"/>
                </a:solidFill>
                <a:latin typeface="Arial"/>
                <a:ea typeface="Arial"/>
                <a:cs typeface="Arial"/>
              </a:defRPr>
            </a:lvl1pPr>
            <a:lvl2pPr algn="l">
              <a:defRPr sz="2625" b="0">
                <a:solidFill>
                  <a:srgbClr val="F7F4ED"/>
                </a:solidFill>
                <a:latin typeface="Arial"/>
                <a:ea typeface="Arial"/>
                <a:cs typeface="Arial"/>
              </a:defRPr>
            </a:lvl2pPr>
            <a:lvl3pPr algn="l">
              <a:defRPr sz="2625" b="0">
                <a:solidFill>
                  <a:srgbClr val="F7F4ED"/>
                </a:solidFill>
                <a:latin typeface="Arial"/>
                <a:ea typeface="Arial"/>
                <a:cs typeface="Arial"/>
              </a:defRPr>
            </a:lvl3pPr>
            <a:lvl4pPr algn="l">
              <a:defRPr sz="2625" b="0">
                <a:solidFill>
                  <a:srgbClr val="F7F4ED"/>
                </a:solidFill>
                <a:latin typeface="Arial"/>
                <a:ea typeface="Arial"/>
                <a:cs typeface="Arial"/>
              </a:defRPr>
            </a:lvl4pPr>
            <a:lvl5pPr algn="l">
              <a:defRPr sz="2625" b="0">
                <a:solidFill>
                  <a:srgbClr val="F7F4ED"/>
                </a:solidFill>
                <a:latin typeface="Arial"/>
                <a:ea typeface="Arial"/>
                <a:cs typeface="Arial"/>
              </a:defRPr>
            </a:lvl5pPr>
            <a:lvl6pPr algn="l">
              <a:defRPr sz="2625" b="0">
                <a:solidFill>
                  <a:srgbClr val="F7F4ED"/>
                </a:solidFill>
                <a:latin typeface="Arial"/>
                <a:ea typeface="Arial"/>
                <a:cs typeface="Arial"/>
              </a:defRPr>
            </a:lvl6pPr>
            <a:lvl7pPr algn="l">
              <a:defRPr sz="2625" b="0">
                <a:solidFill>
                  <a:srgbClr val="F7F4ED"/>
                </a:solidFill>
                <a:latin typeface="Arial"/>
                <a:ea typeface="Arial"/>
                <a:cs typeface="Arial"/>
              </a:defRPr>
            </a:lvl7pPr>
            <a:lvl8pPr algn="l">
              <a:defRPr sz="2625" b="0">
                <a:solidFill>
                  <a:srgbClr val="F7F4ED"/>
                </a:solidFill>
                <a:latin typeface="Arial"/>
                <a:ea typeface="Arial"/>
                <a:cs typeface="Arial"/>
              </a:defRPr>
            </a:lvl8pPr>
            <a:lvl9pPr algn="l">
              <a:defRPr sz="2625" b="0">
                <a:solidFill>
                  <a:srgbClr val="F7F4ED"/>
                </a:solidFill>
                <a:latin typeface="Arial"/>
                <a:ea typeface="Arial"/>
                <a:cs typeface="Arial"/>
              </a:defRPr>
            </a:lvl9pPr>
          </a:lstStyle>
          <a:p>
            <a:pPr algn="l">
              <a:defRPr sz="2625" b="0">
                <a:solidFill>
                  <a:srgbClr val="F7F4ED"/>
                </a:solidFill>
                <a:latin typeface="Arial"/>
                <a:ea typeface="Arial"/>
                <a:cs typeface="Arial"/>
              </a:defRPr>
            </a:pPr>
            <a:endParaRPr sz="2625" b="0" dirty="0">
              <a:solidFill>
                <a:srgbClr val="F7F4ED"/>
              </a:solidFill>
              <a:latin typeface="Arial"/>
              <a:ea typeface="Arial"/>
              <a:cs typeface="Arial"/>
            </a:endParaRPr>
          </a:p>
        </p:txBody>
      </p:sp>
      <p:sp>
        <p:nvSpPr>
          <p:cNvPr id="15" name="visual-15">
            <a:extLst>
              <a:ext uri="{FF2B5EF4-FFF2-40B4-BE49-F238E27FC236}">
                <a16:creationId xmlns:a16="http://schemas.microsoft.com/office/drawing/2014/main" id="{FF2A68E3-6BA8-487E-BFF2-105306ADD827}"/>
              </a:ext>
            </a:extLst>
          </p:cNvPr>
          <p:cNvSpPr>
            <a:spLocks noGrp="1"/>
          </p:cNvSpPr>
          <p:nvPr/>
        </p:nvSpPr>
        <p:spPr>
          <a:xfrm>
            <a:off x="619125" y="5734050"/>
            <a:ext cx="10477500" cy="571500"/>
          </a:xfrm>
          <a:prstGeom prst="rect">
            <a:avLst/>
          </a:prstGeom>
          <a:noFill/>
          <a:ln w="0">
            <a:noFill/>
            <a:prstDash val="solid"/>
          </a:ln>
        </p:spPr>
        <p:txBody>
          <a:bodyPr lIns="0" tIns="0" rIns="0" bIns="0" anchor="ctr"/>
          <a:lstStyle>
            <a:defPPr algn="l">
              <a:defRPr sz="1800" b="0">
                <a:solidFill>
                  <a:srgbClr val="F7F4ED"/>
                </a:solidFill>
                <a:latin typeface="Arial"/>
                <a:ea typeface="Arial"/>
                <a:cs typeface="Arial"/>
              </a:defRPr>
            </a:defPPr>
            <a:lvl1pPr algn="l">
              <a:defRPr sz="1800" b="0">
                <a:solidFill>
                  <a:srgbClr val="F7F4ED"/>
                </a:solidFill>
                <a:latin typeface="Arial"/>
                <a:ea typeface="Arial"/>
                <a:cs typeface="Arial"/>
              </a:defRPr>
            </a:lvl1pPr>
            <a:lvl2pPr algn="l">
              <a:defRPr sz="1800" b="0">
                <a:solidFill>
                  <a:srgbClr val="F7F4ED"/>
                </a:solidFill>
                <a:latin typeface="Arial"/>
                <a:ea typeface="Arial"/>
                <a:cs typeface="Arial"/>
              </a:defRPr>
            </a:lvl2pPr>
            <a:lvl3pPr algn="l">
              <a:defRPr sz="1800" b="0">
                <a:solidFill>
                  <a:srgbClr val="F7F4ED"/>
                </a:solidFill>
                <a:latin typeface="Arial"/>
                <a:ea typeface="Arial"/>
                <a:cs typeface="Arial"/>
              </a:defRPr>
            </a:lvl3pPr>
            <a:lvl4pPr algn="l">
              <a:defRPr sz="1800" b="0">
                <a:solidFill>
                  <a:srgbClr val="F7F4ED"/>
                </a:solidFill>
                <a:latin typeface="Arial"/>
                <a:ea typeface="Arial"/>
                <a:cs typeface="Arial"/>
              </a:defRPr>
            </a:lvl4pPr>
            <a:lvl5pPr algn="l">
              <a:defRPr sz="1800" b="0">
                <a:solidFill>
                  <a:srgbClr val="F7F4ED"/>
                </a:solidFill>
                <a:latin typeface="Arial"/>
                <a:ea typeface="Arial"/>
                <a:cs typeface="Arial"/>
              </a:defRPr>
            </a:lvl5pPr>
            <a:lvl6pPr algn="l">
              <a:defRPr sz="1800" b="0">
                <a:solidFill>
                  <a:srgbClr val="F7F4ED"/>
                </a:solidFill>
                <a:latin typeface="Arial"/>
                <a:ea typeface="Arial"/>
                <a:cs typeface="Arial"/>
              </a:defRPr>
            </a:lvl6pPr>
            <a:lvl7pPr algn="l">
              <a:defRPr sz="1800" b="0">
                <a:solidFill>
                  <a:srgbClr val="F7F4ED"/>
                </a:solidFill>
                <a:latin typeface="Arial"/>
                <a:ea typeface="Arial"/>
                <a:cs typeface="Arial"/>
              </a:defRPr>
            </a:lvl7pPr>
            <a:lvl8pPr algn="l">
              <a:defRPr sz="1800" b="0">
                <a:solidFill>
                  <a:srgbClr val="F7F4ED"/>
                </a:solidFill>
                <a:latin typeface="Arial"/>
                <a:ea typeface="Arial"/>
                <a:cs typeface="Arial"/>
              </a:defRPr>
            </a:lvl8pPr>
            <a:lvl9pPr algn="l">
              <a:defRPr sz="1800" b="0">
                <a:solidFill>
                  <a:srgbClr val="F7F4ED"/>
                </a:solidFill>
                <a:latin typeface="Arial"/>
                <a:ea typeface="Arial"/>
                <a:cs typeface="Arial"/>
              </a:defRPr>
            </a:lvl9pPr>
          </a:lstStyle>
          <a:p>
            <a:pPr algn="l">
              <a:defRPr sz="1800" b="0">
                <a:solidFill>
                  <a:srgbClr val="F7F4ED"/>
                </a:solidFill>
                <a:latin typeface="Arial"/>
                <a:ea typeface="Arial"/>
                <a:cs typeface="Arial"/>
              </a:defRPr>
            </a:pPr>
            <a:r>
              <a:rPr sz="1800" b="1" dirty="0">
                <a:solidFill>
                  <a:schemeClr val="accent1">
                    <a:lumMod val="50000"/>
                  </a:schemeClr>
                </a:solidFill>
                <a:latin typeface="Georgia" panose="02040502050405020303" pitchFamily="18" charset="0"/>
              </a:rPr>
              <a:t>Vaidehi Singh   Farheen Khan   Anjali Tiwari</a:t>
            </a:r>
          </a:p>
          <a:p>
            <a:pPr algn="l">
              <a:defRPr sz="1800" b="0">
                <a:solidFill>
                  <a:srgbClr val="F7F4ED"/>
                </a:solidFill>
                <a:latin typeface="Arial"/>
                <a:ea typeface="Arial"/>
                <a:cs typeface="Arial"/>
              </a:defRPr>
            </a:pPr>
            <a:r>
              <a:rPr sz="1800" b="1" dirty="0">
                <a:solidFill>
                  <a:schemeClr val="accent1">
                    <a:lumMod val="50000"/>
                  </a:schemeClr>
                </a:solidFill>
                <a:latin typeface="Georgia" panose="02040502050405020303" pitchFamily="18" charset="0"/>
              </a:rPr>
              <a:t>Vatsal Nair   Umang Gupta</a:t>
            </a:r>
          </a:p>
        </p:txBody>
      </p:sp>
      <p:sp>
        <p:nvSpPr>
          <p:cNvPr id="18" name="visual-15">
            <a:extLst>
              <a:ext uri="{FF2B5EF4-FFF2-40B4-BE49-F238E27FC236}">
                <a16:creationId xmlns:a16="http://schemas.microsoft.com/office/drawing/2014/main" id="{5D1906A9-0E0E-31C8-8062-9429E467128B}"/>
              </a:ext>
            </a:extLst>
          </p:cNvPr>
          <p:cNvSpPr>
            <a:spLocks noGrp="1"/>
          </p:cNvSpPr>
          <p:nvPr/>
        </p:nvSpPr>
        <p:spPr>
          <a:xfrm>
            <a:off x="619125" y="5210175"/>
            <a:ext cx="10477500" cy="571500"/>
          </a:xfrm>
          <a:prstGeom prst="rect">
            <a:avLst/>
          </a:prstGeom>
          <a:noFill/>
          <a:ln w="0">
            <a:noFill/>
            <a:prstDash val="solid"/>
          </a:ln>
        </p:spPr>
        <p:txBody>
          <a:bodyPr lIns="0" tIns="0" rIns="0" bIns="0" anchor="ctr"/>
          <a:lstStyle>
            <a:defPPr algn="l">
              <a:defRPr sz="1800" b="0">
                <a:solidFill>
                  <a:srgbClr val="F7F4ED"/>
                </a:solidFill>
                <a:latin typeface="Arial"/>
                <a:ea typeface="Arial"/>
                <a:cs typeface="Arial"/>
              </a:defRPr>
            </a:defPPr>
            <a:lvl1pPr algn="l">
              <a:defRPr sz="1800" b="0">
                <a:solidFill>
                  <a:srgbClr val="F7F4ED"/>
                </a:solidFill>
                <a:latin typeface="Arial"/>
                <a:ea typeface="Arial"/>
                <a:cs typeface="Arial"/>
              </a:defRPr>
            </a:lvl1pPr>
            <a:lvl2pPr algn="l">
              <a:defRPr sz="1800" b="0">
                <a:solidFill>
                  <a:srgbClr val="F7F4ED"/>
                </a:solidFill>
                <a:latin typeface="Arial"/>
                <a:ea typeface="Arial"/>
                <a:cs typeface="Arial"/>
              </a:defRPr>
            </a:lvl2pPr>
            <a:lvl3pPr algn="l">
              <a:defRPr sz="1800" b="0">
                <a:solidFill>
                  <a:srgbClr val="F7F4ED"/>
                </a:solidFill>
                <a:latin typeface="Arial"/>
                <a:ea typeface="Arial"/>
                <a:cs typeface="Arial"/>
              </a:defRPr>
            </a:lvl3pPr>
            <a:lvl4pPr algn="l">
              <a:defRPr sz="1800" b="0">
                <a:solidFill>
                  <a:srgbClr val="F7F4ED"/>
                </a:solidFill>
                <a:latin typeface="Arial"/>
                <a:ea typeface="Arial"/>
                <a:cs typeface="Arial"/>
              </a:defRPr>
            </a:lvl4pPr>
            <a:lvl5pPr algn="l">
              <a:defRPr sz="1800" b="0">
                <a:solidFill>
                  <a:srgbClr val="F7F4ED"/>
                </a:solidFill>
                <a:latin typeface="Arial"/>
                <a:ea typeface="Arial"/>
                <a:cs typeface="Arial"/>
              </a:defRPr>
            </a:lvl5pPr>
            <a:lvl6pPr algn="l">
              <a:defRPr sz="1800" b="0">
                <a:solidFill>
                  <a:srgbClr val="F7F4ED"/>
                </a:solidFill>
                <a:latin typeface="Arial"/>
                <a:ea typeface="Arial"/>
                <a:cs typeface="Arial"/>
              </a:defRPr>
            </a:lvl6pPr>
            <a:lvl7pPr algn="l">
              <a:defRPr sz="1800" b="0">
                <a:solidFill>
                  <a:srgbClr val="F7F4ED"/>
                </a:solidFill>
                <a:latin typeface="Arial"/>
                <a:ea typeface="Arial"/>
                <a:cs typeface="Arial"/>
              </a:defRPr>
            </a:lvl7pPr>
            <a:lvl8pPr algn="l">
              <a:defRPr sz="1800" b="0">
                <a:solidFill>
                  <a:srgbClr val="F7F4ED"/>
                </a:solidFill>
                <a:latin typeface="Arial"/>
                <a:ea typeface="Arial"/>
                <a:cs typeface="Arial"/>
              </a:defRPr>
            </a:lvl8pPr>
            <a:lvl9pPr algn="l">
              <a:defRPr sz="1800" b="0">
                <a:solidFill>
                  <a:srgbClr val="F7F4ED"/>
                </a:solidFill>
                <a:latin typeface="Arial"/>
                <a:ea typeface="Arial"/>
                <a:cs typeface="Arial"/>
              </a:defRPr>
            </a:lvl9pPr>
          </a:lstStyle>
          <a:p>
            <a:pPr algn="l">
              <a:defRPr sz="1800" b="0">
                <a:solidFill>
                  <a:srgbClr val="F7F4ED"/>
                </a:solidFill>
                <a:latin typeface="Arial"/>
                <a:ea typeface="Arial"/>
                <a:cs typeface="Arial"/>
              </a:defRPr>
            </a:pPr>
            <a:r>
              <a:rPr lang="en-US" sz="1800" b="1" dirty="0">
                <a:solidFill>
                  <a:schemeClr val="tx2">
                    <a:lumMod val="75000"/>
                  </a:schemeClr>
                </a:solidFill>
                <a:latin typeface="Arial"/>
                <a:ea typeface="Arial"/>
                <a:cs typeface="Arial"/>
              </a:rPr>
              <a:t>LEARNING TEAM 5</a:t>
            </a:r>
          </a:p>
          <a:p>
            <a:pPr algn="l">
              <a:defRPr sz="1800" b="0">
                <a:solidFill>
                  <a:srgbClr val="F7F4ED"/>
                </a:solidFill>
                <a:latin typeface="Arial"/>
                <a:ea typeface="Arial"/>
                <a:cs typeface="Arial"/>
              </a:defRPr>
            </a:pPr>
            <a:endParaRPr sz="1800" b="1" dirty="0">
              <a:solidFill>
                <a:schemeClr val="tx2">
                  <a:lumMod val="75000"/>
                </a:schemeClr>
              </a:solidFill>
              <a:latin typeface="Arial"/>
              <a:ea typeface="Arial"/>
              <a:cs typeface="Arial"/>
            </a:endParaRPr>
          </a:p>
        </p:txBody>
      </p:sp>
    </p:spTree>
    <p:extLst>
      <p:ext uri="{BB962C8B-B14F-4D97-AF65-F5344CB8AC3E}">
        <p14:creationId xmlns:p14="http://schemas.microsoft.com/office/powerpoint/2010/main" val="1107592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visual-16">
            <a:extLst>
              <a:ext uri="{FF2B5EF4-FFF2-40B4-BE49-F238E27FC236}">
                <a16:creationId xmlns:a16="http://schemas.microsoft.com/office/drawing/2014/main" id="{79079A6D-39A7-41F0-854F-97FE09236E9F}"/>
              </a:ext>
            </a:extLst>
          </p:cNvPr>
          <p:cNvSpPr>
            <a:spLocks noGrp="1"/>
          </p:cNvSpPr>
          <p:nvPr/>
        </p:nvSpPr>
        <p:spPr>
          <a:xfrm>
            <a:off x="0" y="0"/>
            <a:ext cx="133350" cy="6858000"/>
          </a:xfrm>
          <a:prstGeom prst="rect">
            <a:avLst/>
          </a:prstGeom>
          <a:solidFill>
            <a:schemeClr val="tx2">
              <a:lumMod val="75000"/>
            </a:schemeClr>
          </a:solidFill>
          <a:ln w="0">
            <a:noFill/>
            <a:prstDash val="solid"/>
          </a:ln>
        </p:spPr>
      </p:sp>
      <p:sp>
        <p:nvSpPr>
          <p:cNvPr id="2" name="visual-17">
            <a:extLst>
              <a:ext uri="{FF2B5EF4-FFF2-40B4-BE49-F238E27FC236}">
                <a16:creationId xmlns:a16="http://schemas.microsoft.com/office/drawing/2014/main" id="{17EB25A3-9DC1-4A1F-971F-A0CEE260123A}"/>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132F3B"/>
                </a:solidFill>
                <a:latin typeface="Arial"/>
                <a:ea typeface="Arial"/>
                <a:cs typeface="Arial"/>
              </a:defRPr>
            </a:defPPr>
            <a:lvl1pPr algn="l">
              <a:defRPr sz="3300" b="1">
                <a:solidFill>
                  <a:srgbClr val="132F3B"/>
                </a:solidFill>
                <a:latin typeface="Arial"/>
                <a:ea typeface="Arial"/>
                <a:cs typeface="Arial"/>
              </a:defRPr>
            </a:lvl1pPr>
            <a:lvl2pPr algn="l">
              <a:defRPr sz="3300" b="1">
                <a:solidFill>
                  <a:srgbClr val="132F3B"/>
                </a:solidFill>
                <a:latin typeface="Arial"/>
                <a:ea typeface="Arial"/>
                <a:cs typeface="Arial"/>
              </a:defRPr>
            </a:lvl2pPr>
            <a:lvl3pPr algn="l">
              <a:defRPr sz="3300" b="1">
                <a:solidFill>
                  <a:srgbClr val="132F3B"/>
                </a:solidFill>
                <a:latin typeface="Arial"/>
                <a:ea typeface="Arial"/>
                <a:cs typeface="Arial"/>
              </a:defRPr>
            </a:lvl3pPr>
            <a:lvl4pPr algn="l">
              <a:defRPr sz="3300" b="1">
                <a:solidFill>
                  <a:srgbClr val="132F3B"/>
                </a:solidFill>
                <a:latin typeface="Arial"/>
                <a:ea typeface="Arial"/>
                <a:cs typeface="Arial"/>
              </a:defRPr>
            </a:lvl4pPr>
            <a:lvl5pPr algn="l">
              <a:defRPr sz="3300" b="1">
                <a:solidFill>
                  <a:srgbClr val="132F3B"/>
                </a:solidFill>
                <a:latin typeface="Arial"/>
                <a:ea typeface="Arial"/>
                <a:cs typeface="Arial"/>
              </a:defRPr>
            </a:lvl5pPr>
            <a:lvl6pPr algn="l">
              <a:defRPr sz="3300" b="1">
                <a:solidFill>
                  <a:srgbClr val="132F3B"/>
                </a:solidFill>
                <a:latin typeface="Arial"/>
                <a:ea typeface="Arial"/>
                <a:cs typeface="Arial"/>
              </a:defRPr>
            </a:lvl6pPr>
            <a:lvl7pPr algn="l">
              <a:defRPr sz="3300" b="1">
                <a:solidFill>
                  <a:srgbClr val="132F3B"/>
                </a:solidFill>
                <a:latin typeface="Arial"/>
                <a:ea typeface="Arial"/>
                <a:cs typeface="Arial"/>
              </a:defRPr>
            </a:lvl7pPr>
            <a:lvl8pPr algn="l">
              <a:defRPr sz="3300" b="1">
                <a:solidFill>
                  <a:srgbClr val="132F3B"/>
                </a:solidFill>
                <a:latin typeface="Arial"/>
                <a:ea typeface="Arial"/>
                <a:cs typeface="Arial"/>
              </a:defRPr>
            </a:lvl8pPr>
            <a:lvl9pPr algn="l">
              <a:defRPr sz="3300" b="1">
                <a:solidFill>
                  <a:srgbClr val="132F3B"/>
                </a:solidFill>
                <a:latin typeface="Arial"/>
                <a:ea typeface="Arial"/>
                <a:cs typeface="Arial"/>
              </a:defRPr>
            </a:lvl9pPr>
          </a:lstStyle>
          <a:p>
            <a:pPr algn="l">
              <a:defRPr sz="3300" b="1">
                <a:solidFill>
                  <a:srgbClr val="132F3B"/>
                </a:solidFill>
                <a:latin typeface="Arial"/>
                <a:ea typeface="Arial"/>
                <a:cs typeface="Arial"/>
              </a:defRPr>
            </a:pPr>
            <a:r>
              <a:rPr sz="3300" b="1">
                <a:solidFill>
                  <a:srgbClr val="132F3B"/>
                </a:solidFill>
                <a:latin typeface="Arial"/>
                <a:ea typeface="Arial"/>
                <a:cs typeface="Arial"/>
              </a:rPr>
              <a:t>The question we are solving</a:t>
            </a:r>
          </a:p>
        </p:txBody>
      </p:sp>
      <p:sp>
        <p:nvSpPr>
          <p:cNvPr id="3" name="visual-18">
            <a:extLst>
              <a:ext uri="{FF2B5EF4-FFF2-40B4-BE49-F238E27FC236}">
                <a16:creationId xmlns:a16="http://schemas.microsoft.com/office/drawing/2014/main" id="{F12757F6-E825-4528-8990-6083F0B82E72}"/>
              </a:ext>
            </a:extLst>
          </p:cNvPr>
          <p:cNvSpPr>
            <a:spLocks noGrp="1"/>
          </p:cNvSpPr>
          <p:nvPr/>
        </p:nvSpPr>
        <p:spPr>
          <a:xfrm>
            <a:off x="571500" y="1304925"/>
            <a:ext cx="11001375" cy="495300"/>
          </a:xfrm>
          <a:prstGeom prst="rect">
            <a:avLst/>
          </a:prstGeom>
          <a:noFill/>
          <a:ln w="0">
            <a:noFill/>
            <a:prstDash val="solid"/>
          </a:ln>
        </p:spPr>
        <p:txBody>
          <a:bodyPr lIns="0" tIns="0" rIns="0" bIns="0" anchor="ctr"/>
          <a:lstStyle>
            <a:defPPr algn="l">
              <a:defRPr sz="1800" b="0">
                <a:solidFill>
                  <a:srgbClr val="526770"/>
                </a:solidFill>
                <a:latin typeface="Arial"/>
                <a:ea typeface="Arial"/>
                <a:cs typeface="Arial"/>
              </a:defRPr>
            </a:defPPr>
            <a:lvl1pPr algn="l">
              <a:defRPr sz="1800" b="0">
                <a:solidFill>
                  <a:srgbClr val="526770"/>
                </a:solidFill>
                <a:latin typeface="Arial"/>
                <a:ea typeface="Arial"/>
                <a:cs typeface="Arial"/>
              </a:defRPr>
            </a:lvl1pPr>
            <a:lvl2pPr algn="l">
              <a:defRPr sz="1800" b="0">
                <a:solidFill>
                  <a:srgbClr val="526770"/>
                </a:solidFill>
                <a:latin typeface="Arial"/>
                <a:ea typeface="Arial"/>
                <a:cs typeface="Arial"/>
              </a:defRPr>
            </a:lvl2pPr>
            <a:lvl3pPr algn="l">
              <a:defRPr sz="1800" b="0">
                <a:solidFill>
                  <a:srgbClr val="526770"/>
                </a:solidFill>
                <a:latin typeface="Arial"/>
                <a:ea typeface="Arial"/>
                <a:cs typeface="Arial"/>
              </a:defRPr>
            </a:lvl3pPr>
            <a:lvl4pPr algn="l">
              <a:defRPr sz="1800" b="0">
                <a:solidFill>
                  <a:srgbClr val="526770"/>
                </a:solidFill>
                <a:latin typeface="Arial"/>
                <a:ea typeface="Arial"/>
                <a:cs typeface="Arial"/>
              </a:defRPr>
            </a:lvl4pPr>
            <a:lvl5pPr algn="l">
              <a:defRPr sz="1800" b="0">
                <a:solidFill>
                  <a:srgbClr val="526770"/>
                </a:solidFill>
                <a:latin typeface="Arial"/>
                <a:ea typeface="Arial"/>
                <a:cs typeface="Arial"/>
              </a:defRPr>
            </a:lvl5pPr>
            <a:lvl6pPr algn="l">
              <a:defRPr sz="1800" b="0">
                <a:solidFill>
                  <a:srgbClr val="526770"/>
                </a:solidFill>
                <a:latin typeface="Arial"/>
                <a:ea typeface="Arial"/>
                <a:cs typeface="Arial"/>
              </a:defRPr>
            </a:lvl6pPr>
            <a:lvl7pPr algn="l">
              <a:defRPr sz="1800" b="0">
                <a:solidFill>
                  <a:srgbClr val="526770"/>
                </a:solidFill>
                <a:latin typeface="Arial"/>
                <a:ea typeface="Arial"/>
                <a:cs typeface="Arial"/>
              </a:defRPr>
            </a:lvl7pPr>
            <a:lvl8pPr algn="l">
              <a:defRPr sz="1800" b="0">
                <a:solidFill>
                  <a:srgbClr val="526770"/>
                </a:solidFill>
                <a:latin typeface="Arial"/>
                <a:ea typeface="Arial"/>
                <a:cs typeface="Arial"/>
              </a:defRPr>
            </a:lvl8pPr>
            <a:lvl9pPr algn="l">
              <a:defRPr sz="1800" b="0">
                <a:solidFill>
                  <a:srgbClr val="526770"/>
                </a:solidFill>
                <a:latin typeface="Arial"/>
                <a:ea typeface="Arial"/>
                <a:cs typeface="Arial"/>
              </a:defRPr>
            </a:lvl9pPr>
          </a:lstStyle>
          <a:p>
            <a:pPr algn="l">
              <a:defRPr sz="1800" b="0">
                <a:solidFill>
                  <a:srgbClr val="526770"/>
                </a:solidFill>
                <a:latin typeface="Arial"/>
                <a:ea typeface="Arial"/>
                <a:cs typeface="Arial"/>
              </a:defRPr>
            </a:pPr>
            <a:endParaRPr sz="1800" b="0" dirty="0">
              <a:solidFill>
                <a:srgbClr val="526770"/>
              </a:solidFill>
              <a:latin typeface="Arial"/>
              <a:ea typeface="Arial"/>
              <a:cs typeface="Arial"/>
            </a:endParaRPr>
          </a:p>
        </p:txBody>
      </p:sp>
      <p:sp>
        <p:nvSpPr>
          <p:cNvPr id="4" name="visual-19">
            <a:extLst>
              <a:ext uri="{FF2B5EF4-FFF2-40B4-BE49-F238E27FC236}">
                <a16:creationId xmlns:a16="http://schemas.microsoft.com/office/drawing/2014/main" id="{F8922460-081F-4BA4-B002-683CF8F7A3E1}"/>
              </a:ext>
            </a:extLst>
          </p:cNvPr>
          <p:cNvSpPr>
            <a:spLocks noGrp="1"/>
          </p:cNvSpPr>
          <p:nvPr/>
        </p:nvSpPr>
        <p:spPr>
          <a:xfrm>
            <a:off x="571500" y="5772150"/>
            <a:ext cx="11001375" cy="19050"/>
          </a:xfrm>
          <a:prstGeom prst="rect">
            <a:avLst/>
          </a:prstGeom>
          <a:solidFill>
            <a:srgbClr val="C6D3D2"/>
          </a:solidFill>
          <a:ln w="0">
            <a:noFill/>
            <a:prstDash val="solid"/>
          </a:ln>
        </p:spPr>
      </p:sp>
      <p:sp>
        <p:nvSpPr>
          <p:cNvPr id="5" name="visual-20">
            <a:extLst>
              <a:ext uri="{FF2B5EF4-FFF2-40B4-BE49-F238E27FC236}">
                <a16:creationId xmlns:a16="http://schemas.microsoft.com/office/drawing/2014/main" id="{C9AC85F8-765B-414E-8CA9-60A9BA2D66B8}"/>
              </a:ext>
            </a:extLst>
          </p:cNvPr>
          <p:cNvSpPr>
            <a:spLocks noGrp="1"/>
          </p:cNvSpPr>
          <p:nvPr/>
        </p:nvSpPr>
        <p:spPr>
          <a:xfrm>
            <a:off x="571500" y="5895975"/>
            <a:ext cx="11001375" cy="485775"/>
          </a:xfrm>
          <a:prstGeom prst="rect">
            <a:avLst/>
          </a:prstGeom>
          <a:noFill/>
          <a:ln w="0">
            <a:noFill/>
            <a:prstDash val="solid"/>
          </a:ln>
        </p:spPr>
        <p:txBody>
          <a:bodyPr lIns="0" tIns="0" rIns="0" bIns="0" anchor="ctr"/>
          <a:lstStyle>
            <a:defPPr algn="l">
              <a:defRPr sz="1950" b="1">
                <a:solidFill>
                  <a:srgbClr val="147D80"/>
                </a:solidFill>
                <a:latin typeface="Arial"/>
                <a:ea typeface="Arial"/>
                <a:cs typeface="Arial"/>
              </a:defRPr>
            </a:defPPr>
            <a:lvl1pPr algn="l">
              <a:defRPr sz="1950" b="1">
                <a:solidFill>
                  <a:srgbClr val="147D80"/>
                </a:solidFill>
                <a:latin typeface="Arial"/>
                <a:ea typeface="Arial"/>
                <a:cs typeface="Arial"/>
              </a:defRPr>
            </a:lvl1pPr>
            <a:lvl2pPr algn="l">
              <a:defRPr sz="1950" b="1">
                <a:solidFill>
                  <a:srgbClr val="147D80"/>
                </a:solidFill>
                <a:latin typeface="Arial"/>
                <a:ea typeface="Arial"/>
                <a:cs typeface="Arial"/>
              </a:defRPr>
            </a:lvl2pPr>
            <a:lvl3pPr algn="l">
              <a:defRPr sz="1950" b="1">
                <a:solidFill>
                  <a:srgbClr val="147D80"/>
                </a:solidFill>
                <a:latin typeface="Arial"/>
                <a:ea typeface="Arial"/>
                <a:cs typeface="Arial"/>
              </a:defRPr>
            </a:lvl3pPr>
            <a:lvl4pPr algn="l">
              <a:defRPr sz="1950" b="1">
                <a:solidFill>
                  <a:srgbClr val="147D80"/>
                </a:solidFill>
                <a:latin typeface="Arial"/>
                <a:ea typeface="Arial"/>
                <a:cs typeface="Arial"/>
              </a:defRPr>
            </a:lvl4pPr>
            <a:lvl5pPr algn="l">
              <a:defRPr sz="1950" b="1">
                <a:solidFill>
                  <a:srgbClr val="147D80"/>
                </a:solidFill>
                <a:latin typeface="Arial"/>
                <a:ea typeface="Arial"/>
                <a:cs typeface="Arial"/>
              </a:defRPr>
            </a:lvl5pPr>
            <a:lvl6pPr algn="l">
              <a:defRPr sz="1950" b="1">
                <a:solidFill>
                  <a:srgbClr val="147D80"/>
                </a:solidFill>
                <a:latin typeface="Arial"/>
                <a:ea typeface="Arial"/>
                <a:cs typeface="Arial"/>
              </a:defRPr>
            </a:lvl6pPr>
            <a:lvl7pPr algn="l">
              <a:defRPr sz="1950" b="1">
                <a:solidFill>
                  <a:srgbClr val="147D80"/>
                </a:solidFill>
                <a:latin typeface="Arial"/>
                <a:ea typeface="Arial"/>
                <a:cs typeface="Arial"/>
              </a:defRPr>
            </a:lvl7pPr>
            <a:lvl8pPr algn="l">
              <a:defRPr sz="1950" b="1">
                <a:solidFill>
                  <a:srgbClr val="147D80"/>
                </a:solidFill>
                <a:latin typeface="Arial"/>
                <a:ea typeface="Arial"/>
                <a:cs typeface="Arial"/>
              </a:defRPr>
            </a:lvl8pPr>
            <a:lvl9pPr algn="l">
              <a:defRPr sz="1950" b="1">
                <a:solidFill>
                  <a:srgbClr val="147D80"/>
                </a:solidFill>
                <a:latin typeface="Arial"/>
                <a:ea typeface="Arial"/>
                <a:cs typeface="Arial"/>
              </a:defRPr>
            </a:lvl9pPr>
          </a:lstStyle>
          <a:p>
            <a:pPr algn="l">
              <a:defRPr sz="1950" b="1">
                <a:solidFill>
                  <a:srgbClr val="147D80"/>
                </a:solidFill>
                <a:latin typeface="Arial"/>
                <a:ea typeface="Arial"/>
                <a:cs typeface="Arial"/>
              </a:defRPr>
            </a:pPr>
            <a:r>
              <a:rPr sz="1950" b="1" dirty="0">
                <a:solidFill>
                  <a:schemeClr val="tx2">
                    <a:lumMod val="75000"/>
                  </a:schemeClr>
                </a:solidFill>
                <a:latin typeface="Arial"/>
                <a:ea typeface="Arial"/>
                <a:cs typeface="Arial"/>
              </a:rPr>
              <a:t>HR must solve the skills gap and clarify who can decide.</a:t>
            </a:r>
          </a:p>
        </p:txBody>
      </p:sp>
      <p:sp>
        <p:nvSpPr>
          <p:cNvPr id="6" name="visual-21">
            <a:extLst>
              <a:ext uri="{FF2B5EF4-FFF2-40B4-BE49-F238E27FC236}">
                <a16:creationId xmlns:a16="http://schemas.microsoft.com/office/drawing/2014/main" id="{47DB8AEE-7716-49AD-AB14-90DA84611D62}"/>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526770"/>
                </a:solidFill>
                <a:latin typeface="Arial"/>
                <a:ea typeface="Arial"/>
                <a:cs typeface="Arial"/>
              </a:defRPr>
            </a:defPPr>
            <a:lvl1pPr algn="r">
              <a:defRPr sz="1200" b="0">
                <a:solidFill>
                  <a:srgbClr val="526770"/>
                </a:solidFill>
                <a:latin typeface="Arial"/>
                <a:ea typeface="Arial"/>
                <a:cs typeface="Arial"/>
              </a:defRPr>
            </a:lvl1pPr>
            <a:lvl2pPr algn="r">
              <a:defRPr sz="1200" b="0">
                <a:solidFill>
                  <a:srgbClr val="526770"/>
                </a:solidFill>
                <a:latin typeface="Arial"/>
                <a:ea typeface="Arial"/>
                <a:cs typeface="Arial"/>
              </a:defRPr>
            </a:lvl2pPr>
            <a:lvl3pPr algn="r">
              <a:defRPr sz="1200" b="0">
                <a:solidFill>
                  <a:srgbClr val="526770"/>
                </a:solidFill>
                <a:latin typeface="Arial"/>
                <a:ea typeface="Arial"/>
                <a:cs typeface="Arial"/>
              </a:defRPr>
            </a:lvl3pPr>
            <a:lvl4pPr algn="r">
              <a:defRPr sz="1200" b="0">
                <a:solidFill>
                  <a:srgbClr val="526770"/>
                </a:solidFill>
                <a:latin typeface="Arial"/>
                <a:ea typeface="Arial"/>
                <a:cs typeface="Arial"/>
              </a:defRPr>
            </a:lvl4pPr>
            <a:lvl5pPr algn="r">
              <a:defRPr sz="1200" b="0">
                <a:solidFill>
                  <a:srgbClr val="526770"/>
                </a:solidFill>
                <a:latin typeface="Arial"/>
                <a:ea typeface="Arial"/>
                <a:cs typeface="Arial"/>
              </a:defRPr>
            </a:lvl5pPr>
            <a:lvl6pPr algn="r">
              <a:defRPr sz="1200" b="0">
                <a:solidFill>
                  <a:srgbClr val="526770"/>
                </a:solidFill>
                <a:latin typeface="Arial"/>
                <a:ea typeface="Arial"/>
                <a:cs typeface="Arial"/>
              </a:defRPr>
            </a:lvl6pPr>
            <a:lvl7pPr algn="r">
              <a:defRPr sz="1200" b="0">
                <a:solidFill>
                  <a:srgbClr val="526770"/>
                </a:solidFill>
                <a:latin typeface="Arial"/>
                <a:ea typeface="Arial"/>
                <a:cs typeface="Arial"/>
              </a:defRPr>
            </a:lvl7pPr>
            <a:lvl8pPr algn="r">
              <a:defRPr sz="1200" b="0">
                <a:solidFill>
                  <a:srgbClr val="526770"/>
                </a:solidFill>
                <a:latin typeface="Arial"/>
                <a:ea typeface="Arial"/>
                <a:cs typeface="Arial"/>
              </a:defRPr>
            </a:lvl8pPr>
            <a:lvl9pPr algn="r">
              <a:defRPr sz="1200" b="0">
                <a:solidFill>
                  <a:srgbClr val="526770"/>
                </a:solidFill>
                <a:latin typeface="Arial"/>
                <a:ea typeface="Arial"/>
                <a:cs typeface="Arial"/>
              </a:defRPr>
            </a:lvl9pPr>
          </a:lstStyle>
          <a:p>
            <a:pPr algn="r">
              <a:defRPr sz="1200" b="0">
                <a:solidFill>
                  <a:srgbClr val="526770"/>
                </a:solidFill>
                <a:latin typeface="Arial"/>
                <a:ea typeface="Arial"/>
                <a:cs typeface="Arial"/>
              </a:defRPr>
            </a:pPr>
            <a:r>
              <a:rPr sz="1200" b="0" dirty="0">
                <a:solidFill>
                  <a:srgbClr val="526770"/>
                </a:solidFill>
                <a:latin typeface="Arial"/>
                <a:ea typeface="Arial"/>
                <a:cs typeface="Arial"/>
              </a:rPr>
              <a:t>   02 / 17</a:t>
            </a:r>
          </a:p>
        </p:txBody>
      </p:sp>
      <p:sp>
        <p:nvSpPr>
          <p:cNvPr id="7" name="visual-22">
            <a:extLst>
              <a:ext uri="{FF2B5EF4-FFF2-40B4-BE49-F238E27FC236}">
                <a16:creationId xmlns:a16="http://schemas.microsoft.com/office/drawing/2014/main" id="{7B0A797C-5FBB-4D36-ACFA-C40D5DAAB166}"/>
              </a:ext>
            </a:extLst>
          </p:cNvPr>
          <p:cNvSpPr>
            <a:spLocks noGrp="1"/>
          </p:cNvSpPr>
          <p:nvPr/>
        </p:nvSpPr>
        <p:spPr>
          <a:xfrm>
            <a:off x="552450" y="1520952"/>
            <a:ext cx="7191375" cy="4286250"/>
          </a:xfrm>
          <a:prstGeom prst="rect">
            <a:avLst/>
          </a:prstGeom>
          <a:noFill/>
          <a:ln w="0">
            <a:noFill/>
            <a:prstDash val="solid"/>
          </a:ln>
        </p:spPr>
        <p:txBody>
          <a:bodyPr lIns="0" tIns="0" rIns="0" bIns="0" anchor="ctr"/>
          <a:lstStyle>
            <a:defPPr algn="l">
              <a:defRPr sz="3450" b="1">
                <a:solidFill>
                  <a:srgbClr val="132F3B"/>
                </a:solidFill>
                <a:latin typeface="Arial"/>
                <a:ea typeface="Arial"/>
                <a:cs typeface="Arial"/>
              </a:defRPr>
            </a:defPPr>
            <a:lvl1pPr algn="l">
              <a:defRPr sz="3450" b="1">
                <a:solidFill>
                  <a:srgbClr val="132F3B"/>
                </a:solidFill>
                <a:latin typeface="Arial"/>
                <a:ea typeface="Arial"/>
                <a:cs typeface="Arial"/>
              </a:defRPr>
            </a:lvl1pPr>
            <a:lvl2pPr algn="l">
              <a:defRPr sz="3450" b="1">
                <a:solidFill>
                  <a:srgbClr val="132F3B"/>
                </a:solidFill>
                <a:latin typeface="Arial"/>
                <a:ea typeface="Arial"/>
                <a:cs typeface="Arial"/>
              </a:defRPr>
            </a:lvl2pPr>
            <a:lvl3pPr algn="l">
              <a:defRPr sz="3450" b="1">
                <a:solidFill>
                  <a:srgbClr val="132F3B"/>
                </a:solidFill>
                <a:latin typeface="Arial"/>
                <a:ea typeface="Arial"/>
                <a:cs typeface="Arial"/>
              </a:defRPr>
            </a:lvl3pPr>
            <a:lvl4pPr algn="l">
              <a:defRPr sz="3450" b="1">
                <a:solidFill>
                  <a:srgbClr val="132F3B"/>
                </a:solidFill>
                <a:latin typeface="Arial"/>
                <a:ea typeface="Arial"/>
                <a:cs typeface="Arial"/>
              </a:defRPr>
            </a:lvl4pPr>
            <a:lvl5pPr algn="l">
              <a:defRPr sz="3450" b="1">
                <a:solidFill>
                  <a:srgbClr val="132F3B"/>
                </a:solidFill>
                <a:latin typeface="Arial"/>
                <a:ea typeface="Arial"/>
                <a:cs typeface="Arial"/>
              </a:defRPr>
            </a:lvl5pPr>
            <a:lvl6pPr algn="l">
              <a:defRPr sz="3450" b="1">
                <a:solidFill>
                  <a:srgbClr val="132F3B"/>
                </a:solidFill>
                <a:latin typeface="Arial"/>
                <a:ea typeface="Arial"/>
                <a:cs typeface="Arial"/>
              </a:defRPr>
            </a:lvl6pPr>
            <a:lvl7pPr algn="l">
              <a:defRPr sz="3450" b="1">
                <a:solidFill>
                  <a:srgbClr val="132F3B"/>
                </a:solidFill>
                <a:latin typeface="Arial"/>
                <a:ea typeface="Arial"/>
                <a:cs typeface="Arial"/>
              </a:defRPr>
            </a:lvl7pPr>
            <a:lvl8pPr algn="l">
              <a:defRPr sz="3450" b="1">
                <a:solidFill>
                  <a:srgbClr val="132F3B"/>
                </a:solidFill>
                <a:latin typeface="Arial"/>
                <a:ea typeface="Arial"/>
                <a:cs typeface="Arial"/>
              </a:defRPr>
            </a:lvl8pPr>
            <a:lvl9pPr algn="l">
              <a:defRPr sz="3450" b="1">
                <a:solidFill>
                  <a:srgbClr val="132F3B"/>
                </a:solidFill>
                <a:latin typeface="Arial"/>
                <a:ea typeface="Arial"/>
                <a:cs typeface="Arial"/>
              </a:defRPr>
            </a:lvl9pPr>
          </a:lstStyle>
          <a:p>
            <a:pPr>
              <a:defRPr sz="3450" b="1">
                <a:solidFill>
                  <a:srgbClr val="132F3B"/>
                </a:solidFill>
                <a:latin typeface="Arial"/>
                <a:ea typeface="Arial"/>
                <a:cs typeface="Arial"/>
              </a:defRPr>
            </a:pPr>
            <a:r>
              <a:rPr lang="en-US" sz="2400" b="0" dirty="0">
                <a:solidFill>
                  <a:srgbClr val="0B2545"/>
                </a:solidFill>
                <a:latin typeface="Georgia" pitchFamily="34" charset="0"/>
                <a:ea typeface="Georgia" pitchFamily="34" charset="-122"/>
                <a:cs typeface="Georgia" pitchFamily="34" charset="-120"/>
              </a:rPr>
              <a:t>How can Meridian Forward design an effective HR and workforce system that enables its India center to take on strategic product and AI-related work with clear decision-making authority and the right skills, while maintaining reliable existing services under tight time and budget constraints?</a:t>
            </a:r>
            <a:endParaRPr lang="en-US" sz="2400" b="0" dirty="0"/>
          </a:p>
          <a:p>
            <a:pPr algn="l">
              <a:defRPr sz="3450" b="1">
                <a:solidFill>
                  <a:srgbClr val="132F3B"/>
                </a:solidFill>
                <a:latin typeface="Arial"/>
                <a:ea typeface="Arial"/>
                <a:cs typeface="Arial"/>
              </a:defRPr>
            </a:pPr>
            <a:endParaRPr sz="3450" b="1" dirty="0">
              <a:solidFill>
                <a:srgbClr val="132F3B"/>
              </a:solidFill>
              <a:latin typeface="Arial"/>
              <a:ea typeface="Arial"/>
              <a:cs typeface="Arial"/>
            </a:endParaRPr>
          </a:p>
        </p:txBody>
      </p:sp>
      <p:sp>
        <p:nvSpPr>
          <p:cNvPr id="8" name="visual-23">
            <a:extLst>
              <a:ext uri="{FF2B5EF4-FFF2-40B4-BE49-F238E27FC236}">
                <a16:creationId xmlns:a16="http://schemas.microsoft.com/office/drawing/2014/main" id="{C9DC603E-1D99-4E64-9534-F3C8D9F66423}"/>
              </a:ext>
            </a:extLst>
          </p:cNvPr>
          <p:cNvSpPr>
            <a:spLocks noGrp="1"/>
          </p:cNvSpPr>
          <p:nvPr/>
        </p:nvSpPr>
        <p:spPr>
          <a:xfrm>
            <a:off x="8239125" y="1952625"/>
            <a:ext cx="3333750" cy="333375"/>
          </a:xfrm>
          <a:prstGeom prst="rect">
            <a:avLst/>
          </a:prstGeom>
          <a:noFill/>
          <a:ln w="0">
            <a:noFill/>
            <a:prstDash val="solid"/>
          </a:ln>
        </p:spPr>
        <p:txBody>
          <a:bodyPr lIns="0" tIns="0" rIns="0" bIns="0" anchor="ctr"/>
          <a:lstStyle>
            <a:defPPr algn="l">
              <a:defRPr sz="2100" b="1">
                <a:solidFill>
                  <a:srgbClr val="147D80"/>
                </a:solidFill>
                <a:latin typeface="Arial"/>
                <a:ea typeface="Arial"/>
                <a:cs typeface="Arial"/>
              </a:defRPr>
            </a:defPPr>
            <a:lvl1pPr algn="l">
              <a:defRPr sz="2100" b="1">
                <a:solidFill>
                  <a:srgbClr val="147D80"/>
                </a:solidFill>
                <a:latin typeface="Arial"/>
                <a:ea typeface="Arial"/>
                <a:cs typeface="Arial"/>
              </a:defRPr>
            </a:lvl1pPr>
            <a:lvl2pPr algn="l">
              <a:defRPr sz="2100" b="1">
                <a:solidFill>
                  <a:srgbClr val="147D80"/>
                </a:solidFill>
                <a:latin typeface="Arial"/>
                <a:ea typeface="Arial"/>
                <a:cs typeface="Arial"/>
              </a:defRPr>
            </a:lvl2pPr>
            <a:lvl3pPr algn="l">
              <a:defRPr sz="2100" b="1">
                <a:solidFill>
                  <a:srgbClr val="147D80"/>
                </a:solidFill>
                <a:latin typeface="Arial"/>
                <a:ea typeface="Arial"/>
                <a:cs typeface="Arial"/>
              </a:defRPr>
            </a:lvl3pPr>
            <a:lvl4pPr algn="l">
              <a:defRPr sz="2100" b="1">
                <a:solidFill>
                  <a:srgbClr val="147D80"/>
                </a:solidFill>
                <a:latin typeface="Arial"/>
                <a:ea typeface="Arial"/>
                <a:cs typeface="Arial"/>
              </a:defRPr>
            </a:lvl4pPr>
            <a:lvl5pPr algn="l">
              <a:defRPr sz="2100" b="1">
                <a:solidFill>
                  <a:srgbClr val="147D80"/>
                </a:solidFill>
                <a:latin typeface="Arial"/>
                <a:ea typeface="Arial"/>
                <a:cs typeface="Arial"/>
              </a:defRPr>
            </a:lvl5pPr>
            <a:lvl6pPr algn="l">
              <a:defRPr sz="2100" b="1">
                <a:solidFill>
                  <a:srgbClr val="147D80"/>
                </a:solidFill>
                <a:latin typeface="Arial"/>
                <a:ea typeface="Arial"/>
                <a:cs typeface="Arial"/>
              </a:defRPr>
            </a:lvl6pPr>
            <a:lvl7pPr algn="l">
              <a:defRPr sz="2100" b="1">
                <a:solidFill>
                  <a:srgbClr val="147D80"/>
                </a:solidFill>
                <a:latin typeface="Arial"/>
                <a:ea typeface="Arial"/>
                <a:cs typeface="Arial"/>
              </a:defRPr>
            </a:lvl7pPr>
            <a:lvl8pPr algn="l">
              <a:defRPr sz="2100" b="1">
                <a:solidFill>
                  <a:srgbClr val="147D80"/>
                </a:solidFill>
                <a:latin typeface="Arial"/>
                <a:ea typeface="Arial"/>
                <a:cs typeface="Arial"/>
              </a:defRPr>
            </a:lvl8pPr>
            <a:lvl9pPr algn="l">
              <a:defRPr sz="2100" b="1">
                <a:solidFill>
                  <a:srgbClr val="147D80"/>
                </a:solidFill>
                <a:latin typeface="Arial"/>
                <a:ea typeface="Arial"/>
                <a:cs typeface="Arial"/>
              </a:defRPr>
            </a:lvl9pPr>
          </a:lstStyle>
          <a:p>
            <a:pPr algn="l">
              <a:defRPr sz="2100" b="1">
                <a:solidFill>
                  <a:srgbClr val="147D80"/>
                </a:solidFill>
                <a:latin typeface="Arial"/>
                <a:ea typeface="Arial"/>
                <a:cs typeface="Arial"/>
              </a:defRPr>
            </a:pPr>
            <a:r>
              <a:rPr sz="2100" b="1">
                <a:solidFill>
                  <a:srgbClr val="147D80"/>
                </a:solidFill>
                <a:latin typeface="Arial"/>
                <a:ea typeface="Arial"/>
                <a:cs typeface="Arial"/>
              </a:rPr>
              <a:t>Skills</a:t>
            </a:r>
          </a:p>
        </p:txBody>
      </p:sp>
      <p:sp>
        <p:nvSpPr>
          <p:cNvPr id="9" name="visual-24">
            <a:extLst>
              <a:ext uri="{FF2B5EF4-FFF2-40B4-BE49-F238E27FC236}">
                <a16:creationId xmlns:a16="http://schemas.microsoft.com/office/drawing/2014/main" id="{015C4541-60AA-4397-B0E8-7E87E1B503C8}"/>
              </a:ext>
            </a:extLst>
          </p:cNvPr>
          <p:cNvSpPr>
            <a:spLocks noGrp="1"/>
          </p:cNvSpPr>
          <p:nvPr/>
        </p:nvSpPr>
        <p:spPr>
          <a:xfrm>
            <a:off x="8239125" y="2333625"/>
            <a:ext cx="3333750" cy="438150"/>
          </a:xfrm>
          <a:prstGeom prst="rect">
            <a:avLst/>
          </a:prstGeom>
          <a:noFill/>
          <a:ln w="0">
            <a:noFill/>
            <a:prstDash val="solid"/>
          </a:ln>
        </p:spPr>
        <p:txBody>
          <a:bodyPr lIns="0" tIns="0" rIns="0" bIns="0" anchor="ctr"/>
          <a:lstStyle>
            <a:defPPr algn="l">
              <a:defRPr sz="1725" b="0">
                <a:solidFill>
                  <a:srgbClr val="132F3B"/>
                </a:solidFill>
                <a:latin typeface="Arial"/>
                <a:ea typeface="Arial"/>
                <a:cs typeface="Arial"/>
              </a:defRPr>
            </a:defPPr>
            <a:lvl1pPr algn="l">
              <a:defRPr sz="1725" b="0">
                <a:solidFill>
                  <a:srgbClr val="132F3B"/>
                </a:solidFill>
                <a:latin typeface="Arial"/>
                <a:ea typeface="Arial"/>
                <a:cs typeface="Arial"/>
              </a:defRPr>
            </a:lvl1pPr>
            <a:lvl2pPr algn="l">
              <a:defRPr sz="1725" b="0">
                <a:solidFill>
                  <a:srgbClr val="132F3B"/>
                </a:solidFill>
                <a:latin typeface="Arial"/>
                <a:ea typeface="Arial"/>
                <a:cs typeface="Arial"/>
              </a:defRPr>
            </a:lvl2pPr>
            <a:lvl3pPr algn="l">
              <a:defRPr sz="1725" b="0">
                <a:solidFill>
                  <a:srgbClr val="132F3B"/>
                </a:solidFill>
                <a:latin typeface="Arial"/>
                <a:ea typeface="Arial"/>
                <a:cs typeface="Arial"/>
              </a:defRPr>
            </a:lvl3pPr>
            <a:lvl4pPr algn="l">
              <a:defRPr sz="1725" b="0">
                <a:solidFill>
                  <a:srgbClr val="132F3B"/>
                </a:solidFill>
                <a:latin typeface="Arial"/>
                <a:ea typeface="Arial"/>
                <a:cs typeface="Arial"/>
              </a:defRPr>
            </a:lvl4pPr>
            <a:lvl5pPr algn="l">
              <a:defRPr sz="1725" b="0">
                <a:solidFill>
                  <a:srgbClr val="132F3B"/>
                </a:solidFill>
                <a:latin typeface="Arial"/>
                <a:ea typeface="Arial"/>
                <a:cs typeface="Arial"/>
              </a:defRPr>
            </a:lvl5pPr>
            <a:lvl6pPr algn="l">
              <a:defRPr sz="1725" b="0">
                <a:solidFill>
                  <a:srgbClr val="132F3B"/>
                </a:solidFill>
                <a:latin typeface="Arial"/>
                <a:ea typeface="Arial"/>
                <a:cs typeface="Arial"/>
              </a:defRPr>
            </a:lvl6pPr>
            <a:lvl7pPr algn="l">
              <a:defRPr sz="1725" b="0">
                <a:solidFill>
                  <a:srgbClr val="132F3B"/>
                </a:solidFill>
                <a:latin typeface="Arial"/>
                <a:ea typeface="Arial"/>
                <a:cs typeface="Arial"/>
              </a:defRPr>
            </a:lvl7pPr>
            <a:lvl8pPr algn="l">
              <a:defRPr sz="1725" b="0">
                <a:solidFill>
                  <a:srgbClr val="132F3B"/>
                </a:solidFill>
                <a:latin typeface="Arial"/>
                <a:ea typeface="Arial"/>
                <a:cs typeface="Arial"/>
              </a:defRPr>
            </a:lvl8pPr>
            <a:lvl9pPr algn="l">
              <a:defRPr sz="1725" b="0">
                <a:solidFill>
                  <a:srgbClr val="132F3B"/>
                </a:solidFill>
                <a:latin typeface="Arial"/>
                <a:ea typeface="Arial"/>
                <a:cs typeface="Arial"/>
              </a:defRPr>
            </a:lvl9pPr>
          </a:lstStyle>
          <a:p>
            <a:pPr algn="l">
              <a:defRPr sz="1725" b="0">
                <a:solidFill>
                  <a:srgbClr val="132F3B"/>
                </a:solidFill>
                <a:latin typeface="Arial"/>
                <a:ea typeface="Arial"/>
                <a:cs typeface="Arial"/>
              </a:defRPr>
            </a:pPr>
            <a:r>
              <a:rPr sz="1725" b="0">
                <a:solidFill>
                  <a:srgbClr val="132F3B"/>
                </a:solidFill>
                <a:latin typeface="Arial"/>
                <a:ea typeface="Arial"/>
                <a:cs typeface="Arial"/>
              </a:rPr>
              <a:t>People who can do the work</a:t>
            </a:r>
          </a:p>
        </p:txBody>
      </p:sp>
      <p:sp>
        <p:nvSpPr>
          <p:cNvPr id="10" name="visual-25">
            <a:extLst>
              <a:ext uri="{FF2B5EF4-FFF2-40B4-BE49-F238E27FC236}">
                <a16:creationId xmlns:a16="http://schemas.microsoft.com/office/drawing/2014/main" id="{D609051A-19F8-4906-85C9-A479013D69F8}"/>
              </a:ext>
            </a:extLst>
          </p:cNvPr>
          <p:cNvSpPr>
            <a:spLocks noGrp="1"/>
          </p:cNvSpPr>
          <p:nvPr/>
        </p:nvSpPr>
        <p:spPr>
          <a:xfrm>
            <a:off x="8239125" y="2847975"/>
            <a:ext cx="3333750" cy="333375"/>
          </a:xfrm>
          <a:prstGeom prst="rect">
            <a:avLst/>
          </a:prstGeom>
          <a:noFill/>
          <a:ln w="0">
            <a:noFill/>
            <a:prstDash val="solid"/>
          </a:ln>
        </p:spPr>
        <p:txBody>
          <a:bodyPr lIns="0" tIns="0" rIns="0" bIns="0" anchor="ctr"/>
          <a:lstStyle>
            <a:defPPr algn="l">
              <a:defRPr sz="2100" b="1">
                <a:solidFill>
                  <a:srgbClr val="D15D43"/>
                </a:solidFill>
                <a:latin typeface="Arial"/>
                <a:ea typeface="Arial"/>
                <a:cs typeface="Arial"/>
              </a:defRPr>
            </a:defPPr>
            <a:lvl1pPr algn="l">
              <a:defRPr sz="2100" b="1">
                <a:solidFill>
                  <a:srgbClr val="D15D43"/>
                </a:solidFill>
                <a:latin typeface="Arial"/>
                <a:ea typeface="Arial"/>
                <a:cs typeface="Arial"/>
              </a:defRPr>
            </a:lvl1pPr>
            <a:lvl2pPr algn="l">
              <a:defRPr sz="2100" b="1">
                <a:solidFill>
                  <a:srgbClr val="D15D43"/>
                </a:solidFill>
                <a:latin typeface="Arial"/>
                <a:ea typeface="Arial"/>
                <a:cs typeface="Arial"/>
              </a:defRPr>
            </a:lvl2pPr>
            <a:lvl3pPr algn="l">
              <a:defRPr sz="2100" b="1">
                <a:solidFill>
                  <a:srgbClr val="D15D43"/>
                </a:solidFill>
                <a:latin typeface="Arial"/>
                <a:ea typeface="Arial"/>
                <a:cs typeface="Arial"/>
              </a:defRPr>
            </a:lvl3pPr>
            <a:lvl4pPr algn="l">
              <a:defRPr sz="2100" b="1">
                <a:solidFill>
                  <a:srgbClr val="D15D43"/>
                </a:solidFill>
                <a:latin typeface="Arial"/>
                <a:ea typeface="Arial"/>
                <a:cs typeface="Arial"/>
              </a:defRPr>
            </a:lvl4pPr>
            <a:lvl5pPr algn="l">
              <a:defRPr sz="2100" b="1">
                <a:solidFill>
                  <a:srgbClr val="D15D43"/>
                </a:solidFill>
                <a:latin typeface="Arial"/>
                <a:ea typeface="Arial"/>
                <a:cs typeface="Arial"/>
              </a:defRPr>
            </a:lvl5pPr>
            <a:lvl6pPr algn="l">
              <a:defRPr sz="2100" b="1">
                <a:solidFill>
                  <a:srgbClr val="D15D43"/>
                </a:solidFill>
                <a:latin typeface="Arial"/>
                <a:ea typeface="Arial"/>
                <a:cs typeface="Arial"/>
              </a:defRPr>
            </a:lvl6pPr>
            <a:lvl7pPr algn="l">
              <a:defRPr sz="2100" b="1">
                <a:solidFill>
                  <a:srgbClr val="D15D43"/>
                </a:solidFill>
                <a:latin typeface="Arial"/>
                <a:ea typeface="Arial"/>
                <a:cs typeface="Arial"/>
              </a:defRPr>
            </a:lvl7pPr>
            <a:lvl8pPr algn="l">
              <a:defRPr sz="2100" b="1">
                <a:solidFill>
                  <a:srgbClr val="D15D43"/>
                </a:solidFill>
                <a:latin typeface="Arial"/>
                <a:ea typeface="Arial"/>
                <a:cs typeface="Arial"/>
              </a:defRPr>
            </a:lvl8pPr>
            <a:lvl9pPr algn="l">
              <a:defRPr sz="2100" b="1">
                <a:solidFill>
                  <a:srgbClr val="D15D43"/>
                </a:solidFill>
                <a:latin typeface="Arial"/>
                <a:ea typeface="Arial"/>
                <a:cs typeface="Arial"/>
              </a:defRPr>
            </a:lvl9pPr>
          </a:lstStyle>
          <a:p>
            <a:pPr algn="l">
              <a:defRPr sz="2100" b="1">
                <a:solidFill>
                  <a:srgbClr val="D15D43"/>
                </a:solidFill>
                <a:latin typeface="Arial"/>
                <a:ea typeface="Arial"/>
                <a:cs typeface="Arial"/>
              </a:defRPr>
            </a:pPr>
            <a:r>
              <a:rPr sz="2100" b="1" dirty="0">
                <a:solidFill>
                  <a:schemeClr val="accent1">
                    <a:lumMod val="50000"/>
                  </a:schemeClr>
                </a:solidFill>
                <a:latin typeface="Arial"/>
                <a:ea typeface="Arial"/>
                <a:cs typeface="Arial"/>
              </a:rPr>
              <a:t>Authority</a:t>
            </a:r>
          </a:p>
        </p:txBody>
      </p:sp>
      <p:sp>
        <p:nvSpPr>
          <p:cNvPr id="11" name="visual-26">
            <a:extLst>
              <a:ext uri="{FF2B5EF4-FFF2-40B4-BE49-F238E27FC236}">
                <a16:creationId xmlns:a16="http://schemas.microsoft.com/office/drawing/2014/main" id="{45EEFB31-DAF7-4EFD-A0A7-28B9B92AA108}"/>
              </a:ext>
            </a:extLst>
          </p:cNvPr>
          <p:cNvSpPr>
            <a:spLocks noGrp="1"/>
          </p:cNvSpPr>
          <p:nvPr/>
        </p:nvSpPr>
        <p:spPr>
          <a:xfrm>
            <a:off x="8239125" y="3228975"/>
            <a:ext cx="3333750" cy="438150"/>
          </a:xfrm>
          <a:prstGeom prst="rect">
            <a:avLst/>
          </a:prstGeom>
          <a:noFill/>
          <a:ln w="0">
            <a:noFill/>
            <a:prstDash val="solid"/>
          </a:ln>
        </p:spPr>
        <p:txBody>
          <a:bodyPr lIns="0" tIns="0" rIns="0" bIns="0" anchor="ctr"/>
          <a:lstStyle>
            <a:defPPr algn="l">
              <a:defRPr sz="1725" b="0">
                <a:solidFill>
                  <a:srgbClr val="132F3B"/>
                </a:solidFill>
                <a:latin typeface="Arial"/>
                <a:ea typeface="Arial"/>
                <a:cs typeface="Arial"/>
              </a:defRPr>
            </a:defPPr>
            <a:lvl1pPr algn="l">
              <a:defRPr sz="1725" b="0">
                <a:solidFill>
                  <a:srgbClr val="132F3B"/>
                </a:solidFill>
                <a:latin typeface="Arial"/>
                <a:ea typeface="Arial"/>
                <a:cs typeface="Arial"/>
              </a:defRPr>
            </a:lvl1pPr>
            <a:lvl2pPr algn="l">
              <a:defRPr sz="1725" b="0">
                <a:solidFill>
                  <a:srgbClr val="132F3B"/>
                </a:solidFill>
                <a:latin typeface="Arial"/>
                <a:ea typeface="Arial"/>
                <a:cs typeface="Arial"/>
              </a:defRPr>
            </a:lvl2pPr>
            <a:lvl3pPr algn="l">
              <a:defRPr sz="1725" b="0">
                <a:solidFill>
                  <a:srgbClr val="132F3B"/>
                </a:solidFill>
                <a:latin typeface="Arial"/>
                <a:ea typeface="Arial"/>
                <a:cs typeface="Arial"/>
              </a:defRPr>
            </a:lvl3pPr>
            <a:lvl4pPr algn="l">
              <a:defRPr sz="1725" b="0">
                <a:solidFill>
                  <a:srgbClr val="132F3B"/>
                </a:solidFill>
                <a:latin typeface="Arial"/>
                <a:ea typeface="Arial"/>
                <a:cs typeface="Arial"/>
              </a:defRPr>
            </a:lvl4pPr>
            <a:lvl5pPr algn="l">
              <a:defRPr sz="1725" b="0">
                <a:solidFill>
                  <a:srgbClr val="132F3B"/>
                </a:solidFill>
                <a:latin typeface="Arial"/>
                <a:ea typeface="Arial"/>
                <a:cs typeface="Arial"/>
              </a:defRPr>
            </a:lvl5pPr>
            <a:lvl6pPr algn="l">
              <a:defRPr sz="1725" b="0">
                <a:solidFill>
                  <a:srgbClr val="132F3B"/>
                </a:solidFill>
                <a:latin typeface="Arial"/>
                <a:ea typeface="Arial"/>
                <a:cs typeface="Arial"/>
              </a:defRPr>
            </a:lvl6pPr>
            <a:lvl7pPr algn="l">
              <a:defRPr sz="1725" b="0">
                <a:solidFill>
                  <a:srgbClr val="132F3B"/>
                </a:solidFill>
                <a:latin typeface="Arial"/>
                <a:ea typeface="Arial"/>
                <a:cs typeface="Arial"/>
              </a:defRPr>
            </a:lvl7pPr>
            <a:lvl8pPr algn="l">
              <a:defRPr sz="1725" b="0">
                <a:solidFill>
                  <a:srgbClr val="132F3B"/>
                </a:solidFill>
                <a:latin typeface="Arial"/>
                <a:ea typeface="Arial"/>
                <a:cs typeface="Arial"/>
              </a:defRPr>
            </a:lvl8pPr>
            <a:lvl9pPr algn="l">
              <a:defRPr sz="1725" b="0">
                <a:solidFill>
                  <a:srgbClr val="132F3B"/>
                </a:solidFill>
                <a:latin typeface="Arial"/>
                <a:ea typeface="Arial"/>
                <a:cs typeface="Arial"/>
              </a:defRPr>
            </a:lvl9pPr>
          </a:lstStyle>
          <a:p>
            <a:pPr algn="l">
              <a:defRPr sz="1725" b="0">
                <a:solidFill>
                  <a:srgbClr val="132F3B"/>
                </a:solidFill>
                <a:latin typeface="Arial"/>
                <a:ea typeface="Arial"/>
                <a:cs typeface="Arial"/>
              </a:defRPr>
            </a:pPr>
            <a:r>
              <a:rPr sz="1725" b="0">
                <a:solidFill>
                  <a:srgbClr val="132F3B"/>
                </a:solidFill>
                <a:latin typeface="Arial"/>
                <a:ea typeface="Arial"/>
                <a:cs typeface="Arial"/>
              </a:rPr>
              <a:t>A clear limit for each decision</a:t>
            </a:r>
          </a:p>
        </p:txBody>
      </p:sp>
      <p:sp>
        <p:nvSpPr>
          <p:cNvPr id="12" name="visual-27">
            <a:extLst>
              <a:ext uri="{FF2B5EF4-FFF2-40B4-BE49-F238E27FC236}">
                <a16:creationId xmlns:a16="http://schemas.microsoft.com/office/drawing/2014/main" id="{BB9BC458-FCFC-4545-81EE-314367564BD0}"/>
              </a:ext>
            </a:extLst>
          </p:cNvPr>
          <p:cNvSpPr>
            <a:spLocks noGrp="1"/>
          </p:cNvSpPr>
          <p:nvPr/>
        </p:nvSpPr>
        <p:spPr>
          <a:xfrm>
            <a:off x="8239125" y="3743325"/>
            <a:ext cx="3333750" cy="333375"/>
          </a:xfrm>
          <a:prstGeom prst="rect">
            <a:avLst/>
          </a:prstGeom>
          <a:noFill/>
          <a:ln w="0">
            <a:noFill/>
            <a:prstDash val="solid"/>
          </a:ln>
        </p:spPr>
        <p:txBody>
          <a:bodyPr lIns="0" tIns="0" rIns="0" bIns="0" anchor="ctr"/>
          <a:lstStyle>
            <a:defPPr algn="l">
              <a:defRPr sz="2100" b="1">
                <a:solidFill>
                  <a:srgbClr val="147D80"/>
                </a:solidFill>
                <a:latin typeface="Arial"/>
                <a:ea typeface="Arial"/>
                <a:cs typeface="Arial"/>
              </a:defRPr>
            </a:defPPr>
            <a:lvl1pPr algn="l">
              <a:defRPr sz="2100" b="1">
                <a:solidFill>
                  <a:srgbClr val="147D80"/>
                </a:solidFill>
                <a:latin typeface="Arial"/>
                <a:ea typeface="Arial"/>
                <a:cs typeface="Arial"/>
              </a:defRPr>
            </a:lvl1pPr>
            <a:lvl2pPr algn="l">
              <a:defRPr sz="2100" b="1">
                <a:solidFill>
                  <a:srgbClr val="147D80"/>
                </a:solidFill>
                <a:latin typeface="Arial"/>
                <a:ea typeface="Arial"/>
                <a:cs typeface="Arial"/>
              </a:defRPr>
            </a:lvl2pPr>
            <a:lvl3pPr algn="l">
              <a:defRPr sz="2100" b="1">
                <a:solidFill>
                  <a:srgbClr val="147D80"/>
                </a:solidFill>
                <a:latin typeface="Arial"/>
                <a:ea typeface="Arial"/>
                <a:cs typeface="Arial"/>
              </a:defRPr>
            </a:lvl3pPr>
            <a:lvl4pPr algn="l">
              <a:defRPr sz="2100" b="1">
                <a:solidFill>
                  <a:srgbClr val="147D80"/>
                </a:solidFill>
                <a:latin typeface="Arial"/>
                <a:ea typeface="Arial"/>
                <a:cs typeface="Arial"/>
              </a:defRPr>
            </a:lvl4pPr>
            <a:lvl5pPr algn="l">
              <a:defRPr sz="2100" b="1">
                <a:solidFill>
                  <a:srgbClr val="147D80"/>
                </a:solidFill>
                <a:latin typeface="Arial"/>
                <a:ea typeface="Arial"/>
                <a:cs typeface="Arial"/>
              </a:defRPr>
            </a:lvl5pPr>
            <a:lvl6pPr algn="l">
              <a:defRPr sz="2100" b="1">
                <a:solidFill>
                  <a:srgbClr val="147D80"/>
                </a:solidFill>
                <a:latin typeface="Arial"/>
                <a:ea typeface="Arial"/>
                <a:cs typeface="Arial"/>
              </a:defRPr>
            </a:lvl6pPr>
            <a:lvl7pPr algn="l">
              <a:defRPr sz="2100" b="1">
                <a:solidFill>
                  <a:srgbClr val="147D80"/>
                </a:solidFill>
                <a:latin typeface="Arial"/>
                <a:ea typeface="Arial"/>
                <a:cs typeface="Arial"/>
              </a:defRPr>
            </a:lvl7pPr>
            <a:lvl8pPr algn="l">
              <a:defRPr sz="2100" b="1">
                <a:solidFill>
                  <a:srgbClr val="147D80"/>
                </a:solidFill>
                <a:latin typeface="Arial"/>
                <a:ea typeface="Arial"/>
                <a:cs typeface="Arial"/>
              </a:defRPr>
            </a:lvl8pPr>
            <a:lvl9pPr algn="l">
              <a:defRPr sz="2100" b="1">
                <a:solidFill>
                  <a:srgbClr val="147D80"/>
                </a:solidFill>
                <a:latin typeface="Arial"/>
                <a:ea typeface="Arial"/>
                <a:cs typeface="Arial"/>
              </a:defRPr>
            </a:lvl9pPr>
          </a:lstStyle>
          <a:p>
            <a:pPr algn="l">
              <a:defRPr sz="2100" b="1">
                <a:solidFill>
                  <a:srgbClr val="147D80"/>
                </a:solidFill>
                <a:latin typeface="Arial"/>
                <a:ea typeface="Arial"/>
                <a:cs typeface="Arial"/>
              </a:defRPr>
            </a:pPr>
            <a:r>
              <a:rPr sz="2100" b="1">
                <a:solidFill>
                  <a:srgbClr val="147D80"/>
                </a:solidFill>
                <a:latin typeface="Arial"/>
                <a:ea typeface="Arial"/>
                <a:cs typeface="Arial"/>
              </a:rPr>
              <a:t>Service</a:t>
            </a:r>
          </a:p>
        </p:txBody>
      </p:sp>
      <p:sp>
        <p:nvSpPr>
          <p:cNvPr id="13" name="visual-28">
            <a:extLst>
              <a:ext uri="{FF2B5EF4-FFF2-40B4-BE49-F238E27FC236}">
                <a16:creationId xmlns:a16="http://schemas.microsoft.com/office/drawing/2014/main" id="{F5A31198-04B8-4BA0-999E-27FE4B0BFADD}"/>
              </a:ext>
            </a:extLst>
          </p:cNvPr>
          <p:cNvSpPr>
            <a:spLocks noGrp="1"/>
          </p:cNvSpPr>
          <p:nvPr/>
        </p:nvSpPr>
        <p:spPr>
          <a:xfrm>
            <a:off x="8239125" y="4124325"/>
            <a:ext cx="3333750" cy="438150"/>
          </a:xfrm>
          <a:prstGeom prst="rect">
            <a:avLst/>
          </a:prstGeom>
          <a:noFill/>
          <a:ln w="0">
            <a:noFill/>
            <a:prstDash val="solid"/>
          </a:ln>
        </p:spPr>
        <p:txBody>
          <a:bodyPr lIns="0" tIns="0" rIns="0" bIns="0" anchor="ctr"/>
          <a:lstStyle>
            <a:defPPr algn="l">
              <a:defRPr sz="1725" b="0">
                <a:solidFill>
                  <a:srgbClr val="132F3B"/>
                </a:solidFill>
                <a:latin typeface="Arial"/>
                <a:ea typeface="Arial"/>
                <a:cs typeface="Arial"/>
              </a:defRPr>
            </a:defPPr>
            <a:lvl1pPr algn="l">
              <a:defRPr sz="1725" b="0">
                <a:solidFill>
                  <a:srgbClr val="132F3B"/>
                </a:solidFill>
                <a:latin typeface="Arial"/>
                <a:ea typeface="Arial"/>
                <a:cs typeface="Arial"/>
              </a:defRPr>
            </a:lvl1pPr>
            <a:lvl2pPr algn="l">
              <a:defRPr sz="1725" b="0">
                <a:solidFill>
                  <a:srgbClr val="132F3B"/>
                </a:solidFill>
                <a:latin typeface="Arial"/>
                <a:ea typeface="Arial"/>
                <a:cs typeface="Arial"/>
              </a:defRPr>
            </a:lvl2pPr>
            <a:lvl3pPr algn="l">
              <a:defRPr sz="1725" b="0">
                <a:solidFill>
                  <a:srgbClr val="132F3B"/>
                </a:solidFill>
                <a:latin typeface="Arial"/>
                <a:ea typeface="Arial"/>
                <a:cs typeface="Arial"/>
              </a:defRPr>
            </a:lvl3pPr>
            <a:lvl4pPr algn="l">
              <a:defRPr sz="1725" b="0">
                <a:solidFill>
                  <a:srgbClr val="132F3B"/>
                </a:solidFill>
                <a:latin typeface="Arial"/>
                <a:ea typeface="Arial"/>
                <a:cs typeface="Arial"/>
              </a:defRPr>
            </a:lvl4pPr>
            <a:lvl5pPr algn="l">
              <a:defRPr sz="1725" b="0">
                <a:solidFill>
                  <a:srgbClr val="132F3B"/>
                </a:solidFill>
                <a:latin typeface="Arial"/>
                <a:ea typeface="Arial"/>
                <a:cs typeface="Arial"/>
              </a:defRPr>
            </a:lvl5pPr>
            <a:lvl6pPr algn="l">
              <a:defRPr sz="1725" b="0">
                <a:solidFill>
                  <a:srgbClr val="132F3B"/>
                </a:solidFill>
                <a:latin typeface="Arial"/>
                <a:ea typeface="Arial"/>
                <a:cs typeface="Arial"/>
              </a:defRPr>
            </a:lvl6pPr>
            <a:lvl7pPr algn="l">
              <a:defRPr sz="1725" b="0">
                <a:solidFill>
                  <a:srgbClr val="132F3B"/>
                </a:solidFill>
                <a:latin typeface="Arial"/>
                <a:ea typeface="Arial"/>
                <a:cs typeface="Arial"/>
              </a:defRPr>
            </a:lvl7pPr>
            <a:lvl8pPr algn="l">
              <a:defRPr sz="1725" b="0">
                <a:solidFill>
                  <a:srgbClr val="132F3B"/>
                </a:solidFill>
                <a:latin typeface="Arial"/>
                <a:ea typeface="Arial"/>
                <a:cs typeface="Arial"/>
              </a:defRPr>
            </a:lvl8pPr>
            <a:lvl9pPr algn="l">
              <a:defRPr sz="1725" b="0">
                <a:solidFill>
                  <a:srgbClr val="132F3B"/>
                </a:solidFill>
                <a:latin typeface="Arial"/>
                <a:ea typeface="Arial"/>
                <a:cs typeface="Arial"/>
              </a:defRPr>
            </a:lvl9pPr>
          </a:lstStyle>
          <a:p>
            <a:pPr algn="l">
              <a:defRPr sz="1725" b="0">
                <a:solidFill>
                  <a:srgbClr val="132F3B"/>
                </a:solidFill>
                <a:latin typeface="Arial"/>
                <a:ea typeface="Arial"/>
                <a:cs typeface="Arial"/>
              </a:defRPr>
            </a:pPr>
            <a:r>
              <a:rPr sz="1725" b="0">
                <a:solidFill>
                  <a:srgbClr val="132F3B"/>
                </a:solidFill>
                <a:latin typeface="Arial"/>
                <a:ea typeface="Arial"/>
                <a:cs typeface="Arial"/>
              </a:rPr>
              <a:t>Cover for existing customers</a:t>
            </a:r>
          </a:p>
        </p:txBody>
      </p:sp>
      <p:sp>
        <p:nvSpPr>
          <p:cNvPr id="14" name="visual-29">
            <a:extLst>
              <a:ext uri="{FF2B5EF4-FFF2-40B4-BE49-F238E27FC236}">
                <a16:creationId xmlns:a16="http://schemas.microsoft.com/office/drawing/2014/main" id="{8BC08484-E010-4454-8B79-3E93F039E7B0}"/>
              </a:ext>
            </a:extLst>
          </p:cNvPr>
          <p:cNvSpPr>
            <a:spLocks noGrp="1"/>
          </p:cNvSpPr>
          <p:nvPr/>
        </p:nvSpPr>
        <p:spPr>
          <a:xfrm>
            <a:off x="8239125" y="4638675"/>
            <a:ext cx="3333750" cy="333375"/>
          </a:xfrm>
          <a:prstGeom prst="rect">
            <a:avLst/>
          </a:prstGeom>
          <a:noFill/>
          <a:ln w="0">
            <a:noFill/>
            <a:prstDash val="solid"/>
          </a:ln>
        </p:spPr>
        <p:txBody>
          <a:bodyPr lIns="0" tIns="0" rIns="0" bIns="0" anchor="ctr"/>
          <a:lstStyle>
            <a:defPPr algn="l">
              <a:defRPr sz="2100" b="1">
                <a:solidFill>
                  <a:srgbClr val="D15D43"/>
                </a:solidFill>
                <a:latin typeface="Arial"/>
                <a:ea typeface="Arial"/>
                <a:cs typeface="Arial"/>
              </a:defRPr>
            </a:defPPr>
            <a:lvl1pPr algn="l">
              <a:defRPr sz="2100" b="1">
                <a:solidFill>
                  <a:srgbClr val="D15D43"/>
                </a:solidFill>
                <a:latin typeface="Arial"/>
                <a:ea typeface="Arial"/>
                <a:cs typeface="Arial"/>
              </a:defRPr>
            </a:lvl1pPr>
            <a:lvl2pPr algn="l">
              <a:defRPr sz="2100" b="1">
                <a:solidFill>
                  <a:srgbClr val="D15D43"/>
                </a:solidFill>
                <a:latin typeface="Arial"/>
                <a:ea typeface="Arial"/>
                <a:cs typeface="Arial"/>
              </a:defRPr>
            </a:lvl2pPr>
            <a:lvl3pPr algn="l">
              <a:defRPr sz="2100" b="1">
                <a:solidFill>
                  <a:srgbClr val="D15D43"/>
                </a:solidFill>
                <a:latin typeface="Arial"/>
                <a:ea typeface="Arial"/>
                <a:cs typeface="Arial"/>
              </a:defRPr>
            </a:lvl3pPr>
            <a:lvl4pPr algn="l">
              <a:defRPr sz="2100" b="1">
                <a:solidFill>
                  <a:srgbClr val="D15D43"/>
                </a:solidFill>
                <a:latin typeface="Arial"/>
                <a:ea typeface="Arial"/>
                <a:cs typeface="Arial"/>
              </a:defRPr>
            </a:lvl4pPr>
            <a:lvl5pPr algn="l">
              <a:defRPr sz="2100" b="1">
                <a:solidFill>
                  <a:srgbClr val="D15D43"/>
                </a:solidFill>
                <a:latin typeface="Arial"/>
                <a:ea typeface="Arial"/>
                <a:cs typeface="Arial"/>
              </a:defRPr>
            </a:lvl5pPr>
            <a:lvl6pPr algn="l">
              <a:defRPr sz="2100" b="1">
                <a:solidFill>
                  <a:srgbClr val="D15D43"/>
                </a:solidFill>
                <a:latin typeface="Arial"/>
                <a:ea typeface="Arial"/>
                <a:cs typeface="Arial"/>
              </a:defRPr>
            </a:lvl6pPr>
            <a:lvl7pPr algn="l">
              <a:defRPr sz="2100" b="1">
                <a:solidFill>
                  <a:srgbClr val="D15D43"/>
                </a:solidFill>
                <a:latin typeface="Arial"/>
                <a:ea typeface="Arial"/>
                <a:cs typeface="Arial"/>
              </a:defRPr>
            </a:lvl7pPr>
            <a:lvl8pPr algn="l">
              <a:defRPr sz="2100" b="1">
                <a:solidFill>
                  <a:srgbClr val="D15D43"/>
                </a:solidFill>
                <a:latin typeface="Arial"/>
                <a:ea typeface="Arial"/>
                <a:cs typeface="Arial"/>
              </a:defRPr>
            </a:lvl8pPr>
            <a:lvl9pPr algn="l">
              <a:defRPr sz="2100" b="1">
                <a:solidFill>
                  <a:srgbClr val="D15D43"/>
                </a:solidFill>
                <a:latin typeface="Arial"/>
                <a:ea typeface="Arial"/>
                <a:cs typeface="Arial"/>
              </a:defRPr>
            </a:lvl9pPr>
          </a:lstStyle>
          <a:p>
            <a:pPr algn="l">
              <a:defRPr sz="2100" b="1">
                <a:solidFill>
                  <a:srgbClr val="D15D43"/>
                </a:solidFill>
                <a:latin typeface="Arial"/>
                <a:ea typeface="Arial"/>
                <a:cs typeface="Arial"/>
              </a:defRPr>
            </a:pPr>
            <a:r>
              <a:rPr sz="2100" b="1" dirty="0">
                <a:solidFill>
                  <a:schemeClr val="accent1">
                    <a:lumMod val="50000"/>
                  </a:schemeClr>
                </a:solidFill>
                <a:latin typeface="Arial"/>
                <a:ea typeface="Arial"/>
                <a:cs typeface="Arial"/>
              </a:rPr>
              <a:t>Time and budget</a:t>
            </a:r>
          </a:p>
        </p:txBody>
      </p:sp>
      <p:sp>
        <p:nvSpPr>
          <p:cNvPr id="15" name="visual-30">
            <a:extLst>
              <a:ext uri="{FF2B5EF4-FFF2-40B4-BE49-F238E27FC236}">
                <a16:creationId xmlns:a16="http://schemas.microsoft.com/office/drawing/2014/main" id="{736A1332-21B1-4143-98CF-DE38047C5E00}"/>
              </a:ext>
            </a:extLst>
          </p:cNvPr>
          <p:cNvSpPr>
            <a:spLocks noGrp="1"/>
          </p:cNvSpPr>
          <p:nvPr/>
        </p:nvSpPr>
        <p:spPr>
          <a:xfrm>
            <a:off x="8239125" y="5019675"/>
            <a:ext cx="3333750" cy="438150"/>
          </a:xfrm>
          <a:prstGeom prst="rect">
            <a:avLst/>
          </a:prstGeom>
          <a:noFill/>
          <a:ln w="0">
            <a:noFill/>
            <a:prstDash val="solid"/>
          </a:ln>
        </p:spPr>
        <p:txBody>
          <a:bodyPr lIns="0" tIns="0" rIns="0" bIns="0" anchor="ctr"/>
          <a:lstStyle>
            <a:defPPr algn="l">
              <a:defRPr sz="1725" b="0">
                <a:solidFill>
                  <a:srgbClr val="132F3B"/>
                </a:solidFill>
                <a:latin typeface="Arial"/>
                <a:ea typeface="Arial"/>
                <a:cs typeface="Arial"/>
              </a:defRPr>
            </a:defPPr>
            <a:lvl1pPr algn="l">
              <a:defRPr sz="1725" b="0">
                <a:solidFill>
                  <a:srgbClr val="132F3B"/>
                </a:solidFill>
                <a:latin typeface="Arial"/>
                <a:ea typeface="Arial"/>
                <a:cs typeface="Arial"/>
              </a:defRPr>
            </a:lvl1pPr>
            <a:lvl2pPr algn="l">
              <a:defRPr sz="1725" b="0">
                <a:solidFill>
                  <a:srgbClr val="132F3B"/>
                </a:solidFill>
                <a:latin typeface="Arial"/>
                <a:ea typeface="Arial"/>
                <a:cs typeface="Arial"/>
              </a:defRPr>
            </a:lvl2pPr>
            <a:lvl3pPr algn="l">
              <a:defRPr sz="1725" b="0">
                <a:solidFill>
                  <a:srgbClr val="132F3B"/>
                </a:solidFill>
                <a:latin typeface="Arial"/>
                <a:ea typeface="Arial"/>
                <a:cs typeface="Arial"/>
              </a:defRPr>
            </a:lvl3pPr>
            <a:lvl4pPr algn="l">
              <a:defRPr sz="1725" b="0">
                <a:solidFill>
                  <a:srgbClr val="132F3B"/>
                </a:solidFill>
                <a:latin typeface="Arial"/>
                <a:ea typeface="Arial"/>
                <a:cs typeface="Arial"/>
              </a:defRPr>
            </a:lvl4pPr>
            <a:lvl5pPr algn="l">
              <a:defRPr sz="1725" b="0">
                <a:solidFill>
                  <a:srgbClr val="132F3B"/>
                </a:solidFill>
                <a:latin typeface="Arial"/>
                <a:ea typeface="Arial"/>
                <a:cs typeface="Arial"/>
              </a:defRPr>
            </a:lvl5pPr>
            <a:lvl6pPr algn="l">
              <a:defRPr sz="1725" b="0">
                <a:solidFill>
                  <a:srgbClr val="132F3B"/>
                </a:solidFill>
                <a:latin typeface="Arial"/>
                <a:ea typeface="Arial"/>
                <a:cs typeface="Arial"/>
              </a:defRPr>
            </a:lvl6pPr>
            <a:lvl7pPr algn="l">
              <a:defRPr sz="1725" b="0">
                <a:solidFill>
                  <a:srgbClr val="132F3B"/>
                </a:solidFill>
                <a:latin typeface="Arial"/>
                <a:ea typeface="Arial"/>
                <a:cs typeface="Arial"/>
              </a:defRPr>
            </a:lvl7pPr>
            <a:lvl8pPr algn="l">
              <a:defRPr sz="1725" b="0">
                <a:solidFill>
                  <a:srgbClr val="132F3B"/>
                </a:solidFill>
                <a:latin typeface="Arial"/>
                <a:ea typeface="Arial"/>
                <a:cs typeface="Arial"/>
              </a:defRPr>
            </a:lvl8pPr>
            <a:lvl9pPr algn="l">
              <a:defRPr sz="1725" b="0">
                <a:solidFill>
                  <a:srgbClr val="132F3B"/>
                </a:solidFill>
                <a:latin typeface="Arial"/>
                <a:ea typeface="Arial"/>
                <a:cs typeface="Arial"/>
              </a:defRPr>
            </a:lvl9pPr>
          </a:lstStyle>
          <a:p>
            <a:pPr algn="l">
              <a:defRPr sz="1725" b="0">
                <a:solidFill>
                  <a:srgbClr val="132F3B"/>
                </a:solidFill>
                <a:latin typeface="Arial"/>
                <a:ea typeface="Arial"/>
                <a:cs typeface="Arial"/>
              </a:defRPr>
            </a:pPr>
            <a:r>
              <a:rPr sz="1725" b="0">
                <a:solidFill>
                  <a:srgbClr val="132F3B"/>
                </a:solidFill>
                <a:latin typeface="Arial"/>
                <a:ea typeface="Arial"/>
                <a:cs typeface="Arial"/>
              </a:rPr>
              <a:t>A staged hiring commitment</a:t>
            </a:r>
          </a:p>
        </p:txBody>
      </p:sp>
    </p:spTree>
    <p:extLst>
      <p:ext uri="{BB962C8B-B14F-4D97-AF65-F5344CB8AC3E}">
        <p14:creationId xmlns:p14="http://schemas.microsoft.com/office/powerpoint/2010/main" val="364628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visual-31">
            <a:extLst>
              <a:ext uri="{FF2B5EF4-FFF2-40B4-BE49-F238E27FC236}">
                <a16:creationId xmlns:a16="http://schemas.microsoft.com/office/drawing/2014/main" id="{E41D3077-913A-4DE6-836D-0F32B2147DD3}"/>
              </a:ext>
            </a:extLst>
          </p:cNvPr>
          <p:cNvSpPr>
            <a:spLocks noGrp="1"/>
          </p:cNvSpPr>
          <p:nvPr/>
        </p:nvSpPr>
        <p:spPr>
          <a:xfrm>
            <a:off x="0" y="0"/>
            <a:ext cx="133350" cy="6858000"/>
          </a:xfrm>
          <a:prstGeom prst="rect">
            <a:avLst/>
          </a:prstGeom>
          <a:solidFill>
            <a:schemeClr val="tx2">
              <a:lumMod val="75000"/>
            </a:schemeClr>
          </a:solidFill>
          <a:ln w="0">
            <a:noFill/>
            <a:prstDash val="solid"/>
          </a:ln>
        </p:spPr>
      </p:sp>
      <p:sp>
        <p:nvSpPr>
          <p:cNvPr id="2" name="visual-32">
            <a:extLst>
              <a:ext uri="{FF2B5EF4-FFF2-40B4-BE49-F238E27FC236}">
                <a16:creationId xmlns:a16="http://schemas.microsoft.com/office/drawing/2014/main" id="{00428645-4696-4960-BE5B-01CB90F4B148}"/>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132F3B"/>
                </a:solidFill>
                <a:latin typeface="Arial"/>
                <a:ea typeface="Arial"/>
                <a:cs typeface="Arial"/>
              </a:defRPr>
            </a:defPPr>
            <a:lvl1pPr algn="l">
              <a:defRPr sz="3300" b="1">
                <a:solidFill>
                  <a:srgbClr val="132F3B"/>
                </a:solidFill>
                <a:latin typeface="Arial"/>
                <a:ea typeface="Arial"/>
                <a:cs typeface="Arial"/>
              </a:defRPr>
            </a:lvl1pPr>
            <a:lvl2pPr algn="l">
              <a:defRPr sz="3300" b="1">
                <a:solidFill>
                  <a:srgbClr val="132F3B"/>
                </a:solidFill>
                <a:latin typeface="Arial"/>
                <a:ea typeface="Arial"/>
                <a:cs typeface="Arial"/>
              </a:defRPr>
            </a:lvl2pPr>
            <a:lvl3pPr algn="l">
              <a:defRPr sz="3300" b="1">
                <a:solidFill>
                  <a:srgbClr val="132F3B"/>
                </a:solidFill>
                <a:latin typeface="Arial"/>
                <a:ea typeface="Arial"/>
                <a:cs typeface="Arial"/>
              </a:defRPr>
            </a:lvl3pPr>
            <a:lvl4pPr algn="l">
              <a:defRPr sz="3300" b="1">
                <a:solidFill>
                  <a:srgbClr val="132F3B"/>
                </a:solidFill>
                <a:latin typeface="Arial"/>
                <a:ea typeface="Arial"/>
                <a:cs typeface="Arial"/>
              </a:defRPr>
            </a:lvl4pPr>
            <a:lvl5pPr algn="l">
              <a:defRPr sz="3300" b="1">
                <a:solidFill>
                  <a:srgbClr val="132F3B"/>
                </a:solidFill>
                <a:latin typeface="Arial"/>
                <a:ea typeface="Arial"/>
                <a:cs typeface="Arial"/>
              </a:defRPr>
            </a:lvl5pPr>
            <a:lvl6pPr algn="l">
              <a:defRPr sz="3300" b="1">
                <a:solidFill>
                  <a:srgbClr val="132F3B"/>
                </a:solidFill>
                <a:latin typeface="Arial"/>
                <a:ea typeface="Arial"/>
                <a:cs typeface="Arial"/>
              </a:defRPr>
            </a:lvl6pPr>
            <a:lvl7pPr algn="l">
              <a:defRPr sz="3300" b="1">
                <a:solidFill>
                  <a:srgbClr val="132F3B"/>
                </a:solidFill>
                <a:latin typeface="Arial"/>
                <a:ea typeface="Arial"/>
                <a:cs typeface="Arial"/>
              </a:defRPr>
            </a:lvl7pPr>
            <a:lvl8pPr algn="l">
              <a:defRPr sz="3300" b="1">
                <a:solidFill>
                  <a:srgbClr val="132F3B"/>
                </a:solidFill>
                <a:latin typeface="Arial"/>
                <a:ea typeface="Arial"/>
                <a:cs typeface="Arial"/>
              </a:defRPr>
            </a:lvl8pPr>
            <a:lvl9pPr algn="l">
              <a:defRPr sz="3300" b="1">
                <a:solidFill>
                  <a:srgbClr val="132F3B"/>
                </a:solidFill>
                <a:latin typeface="Arial"/>
                <a:ea typeface="Arial"/>
                <a:cs typeface="Arial"/>
              </a:defRPr>
            </a:lvl9pPr>
          </a:lstStyle>
          <a:p>
            <a:pPr algn="l">
              <a:defRPr sz="3300" b="1">
                <a:solidFill>
                  <a:srgbClr val="132F3B"/>
                </a:solidFill>
                <a:latin typeface="Arial"/>
                <a:ea typeface="Arial"/>
                <a:cs typeface="Arial"/>
              </a:defRPr>
            </a:pPr>
            <a:r>
              <a:rPr sz="3300" b="1">
                <a:solidFill>
                  <a:srgbClr val="132F3B"/>
                </a:solidFill>
                <a:latin typeface="Arial"/>
                <a:ea typeface="Arial"/>
                <a:cs typeface="Arial"/>
              </a:rPr>
              <a:t>Current structure and decision control</a:t>
            </a:r>
          </a:p>
        </p:txBody>
      </p:sp>
      <p:sp>
        <p:nvSpPr>
          <p:cNvPr id="3" name="visual-33">
            <a:extLst>
              <a:ext uri="{FF2B5EF4-FFF2-40B4-BE49-F238E27FC236}">
                <a16:creationId xmlns:a16="http://schemas.microsoft.com/office/drawing/2014/main" id="{72C6738D-1724-4BF2-BA25-5882F84F006A}"/>
              </a:ext>
            </a:extLst>
          </p:cNvPr>
          <p:cNvSpPr>
            <a:spLocks noGrp="1"/>
          </p:cNvSpPr>
          <p:nvPr/>
        </p:nvSpPr>
        <p:spPr>
          <a:xfrm>
            <a:off x="571500" y="1304925"/>
            <a:ext cx="11001375" cy="495300"/>
          </a:xfrm>
          <a:prstGeom prst="rect">
            <a:avLst/>
          </a:prstGeom>
          <a:noFill/>
          <a:ln w="0">
            <a:noFill/>
            <a:prstDash val="solid"/>
          </a:ln>
        </p:spPr>
        <p:txBody>
          <a:bodyPr lIns="0" tIns="0" rIns="0" bIns="0" anchor="ctr"/>
          <a:lstStyle>
            <a:defPPr algn="l">
              <a:defRPr sz="1800" b="0">
                <a:solidFill>
                  <a:srgbClr val="526770"/>
                </a:solidFill>
                <a:latin typeface="Arial"/>
                <a:ea typeface="Arial"/>
                <a:cs typeface="Arial"/>
              </a:defRPr>
            </a:defPPr>
            <a:lvl1pPr algn="l">
              <a:defRPr sz="1800" b="0">
                <a:solidFill>
                  <a:srgbClr val="526770"/>
                </a:solidFill>
                <a:latin typeface="Arial"/>
                <a:ea typeface="Arial"/>
                <a:cs typeface="Arial"/>
              </a:defRPr>
            </a:lvl1pPr>
            <a:lvl2pPr algn="l">
              <a:defRPr sz="1800" b="0">
                <a:solidFill>
                  <a:srgbClr val="526770"/>
                </a:solidFill>
                <a:latin typeface="Arial"/>
                <a:ea typeface="Arial"/>
                <a:cs typeface="Arial"/>
              </a:defRPr>
            </a:lvl2pPr>
            <a:lvl3pPr algn="l">
              <a:defRPr sz="1800" b="0">
                <a:solidFill>
                  <a:srgbClr val="526770"/>
                </a:solidFill>
                <a:latin typeface="Arial"/>
                <a:ea typeface="Arial"/>
                <a:cs typeface="Arial"/>
              </a:defRPr>
            </a:lvl3pPr>
            <a:lvl4pPr algn="l">
              <a:defRPr sz="1800" b="0">
                <a:solidFill>
                  <a:srgbClr val="526770"/>
                </a:solidFill>
                <a:latin typeface="Arial"/>
                <a:ea typeface="Arial"/>
                <a:cs typeface="Arial"/>
              </a:defRPr>
            </a:lvl4pPr>
            <a:lvl5pPr algn="l">
              <a:defRPr sz="1800" b="0">
                <a:solidFill>
                  <a:srgbClr val="526770"/>
                </a:solidFill>
                <a:latin typeface="Arial"/>
                <a:ea typeface="Arial"/>
                <a:cs typeface="Arial"/>
              </a:defRPr>
            </a:lvl5pPr>
            <a:lvl6pPr algn="l">
              <a:defRPr sz="1800" b="0">
                <a:solidFill>
                  <a:srgbClr val="526770"/>
                </a:solidFill>
                <a:latin typeface="Arial"/>
                <a:ea typeface="Arial"/>
                <a:cs typeface="Arial"/>
              </a:defRPr>
            </a:lvl6pPr>
            <a:lvl7pPr algn="l">
              <a:defRPr sz="1800" b="0">
                <a:solidFill>
                  <a:srgbClr val="526770"/>
                </a:solidFill>
                <a:latin typeface="Arial"/>
                <a:ea typeface="Arial"/>
                <a:cs typeface="Arial"/>
              </a:defRPr>
            </a:lvl7pPr>
            <a:lvl8pPr algn="l">
              <a:defRPr sz="1800" b="0">
                <a:solidFill>
                  <a:srgbClr val="526770"/>
                </a:solidFill>
                <a:latin typeface="Arial"/>
                <a:ea typeface="Arial"/>
                <a:cs typeface="Arial"/>
              </a:defRPr>
            </a:lvl8pPr>
            <a:lvl9pPr algn="l">
              <a:defRPr sz="1800" b="0">
                <a:solidFill>
                  <a:srgbClr val="526770"/>
                </a:solidFill>
                <a:latin typeface="Arial"/>
                <a:ea typeface="Arial"/>
                <a:cs typeface="Arial"/>
              </a:defRPr>
            </a:lvl9pPr>
          </a:lstStyle>
          <a:p>
            <a:pPr algn="l">
              <a:defRPr sz="1800" b="0">
                <a:solidFill>
                  <a:srgbClr val="526770"/>
                </a:solidFill>
                <a:latin typeface="Arial"/>
                <a:ea typeface="Arial"/>
                <a:cs typeface="Arial"/>
              </a:defRPr>
            </a:pPr>
            <a:r>
              <a:rPr sz="1800" b="0" dirty="0">
                <a:solidFill>
                  <a:srgbClr val="526770"/>
                </a:solidFill>
                <a:latin typeface="Arial"/>
                <a:ea typeface="Arial"/>
                <a:cs typeface="Arial"/>
              </a:rPr>
              <a:t>India carries delivery responsibility. Key rights remain with HQ and regions.</a:t>
            </a:r>
          </a:p>
        </p:txBody>
      </p:sp>
      <p:sp>
        <p:nvSpPr>
          <p:cNvPr id="4" name="visual-34">
            <a:extLst>
              <a:ext uri="{FF2B5EF4-FFF2-40B4-BE49-F238E27FC236}">
                <a16:creationId xmlns:a16="http://schemas.microsoft.com/office/drawing/2014/main" id="{B96CF596-A5D2-4178-9407-BD89530905DF}"/>
              </a:ext>
            </a:extLst>
          </p:cNvPr>
          <p:cNvSpPr>
            <a:spLocks noGrp="1"/>
          </p:cNvSpPr>
          <p:nvPr/>
        </p:nvSpPr>
        <p:spPr>
          <a:xfrm>
            <a:off x="571500" y="5772150"/>
            <a:ext cx="11001375" cy="19050"/>
          </a:xfrm>
          <a:prstGeom prst="rect">
            <a:avLst/>
          </a:prstGeom>
          <a:solidFill>
            <a:srgbClr val="C6D3D2"/>
          </a:solidFill>
          <a:ln w="0">
            <a:noFill/>
            <a:prstDash val="solid"/>
          </a:ln>
        </p:spPr>
      </p:sp>
      <p:sp>
        <p:nvSpPr>
          <p:cNvPr id="5" name="visual-35">
            <a:extLst>
              <a:ext uri="{FF2B5EF4-FFF2-40B4-BE49-F238E27FC236}">
                <a16:creationId xmlns:a16="http://schemas.microsoft.com/office/drawing/2014/main" id="{AEF9A72B-21F0-4AFA-9B22-E654BF6AB83E}"/>
              </a:ext>
            </a:extLst>
          </p:cNvPr>
          <p:cNvSpPr>
            <a:spLocks noGrp="1"/>
          </p:cNvSpPr>
          <p:nvPr/>
        </p:nvSpPr>
        <p:spPr>
          <a:xfrm>
            <a:off x="571500" y="5895975"/>
            <a:ext cx="11001375" cy="485775"/>
          </a:xfrm>
          <a:prstGeom prst="rect">
            <a:avLst/>
          </a:prstGeom>
          <a:noFill/>
          <a:ln w="0">
            <a:noFill/>
            <a:prstDash val="solid"/>
          </a:ln>
        </p:spPr>
        <p:txBody>
          <a:bodyPr lIns="0" tIns="0" rIns="0" bIns="0" anchor="ctr"/>
          <a:lstStyle>
            <a:defPPr algn="l">
              <a:defRPr sz="1950" b="1">
                <a:solidFill>
                  <a:srgbClr val="147D80"/>
                </a:solidFill>
                <a:latin typeface="Arial"/>
                <a:ea typeface="Arial"/>
                <a:cs typeface="Arial"/>
              </a:defRPr>
            </a:defPPr>
            <a:lvl1pPr algn="l">
              <a:defRPr sz="1950" b="1">
                <a:solidFill>
                  <a:srgbClr val="147D80"/>
                </a:solidFill>
                <a:latin typeface="Arial"/>
                <a:ea typeface="Arial"/>
                <a:cs typeface="Arial"/>
              </a:defRPr>
            </a:lvl1pPr>
            <a:lvl2pPr algn="l">
              <a:defRPr sz="1950" b="1">
                <a:solidFill>
                  <a:srgbClr val="147D80"/>
                </a:solidFill>
                <a:latin typeface="Arial"/>
                <a:ea typeface="Arial"/>
                <a:cs typeface="Arial"/>
              </a:defRPr>
            </a:lvl2pPr>
            <a:lvl3pPr algn="l">
              <a:defRPr sz="1950" b="1">
                <a:solidFill>
                  <a:srgbClr val="147D80"/>
                </a:solidFill>
                <a:latin typeface="Arial"/>
                <a:ea typeface="Arial"/>
                <a:cs typeface="Arial"/>
              </a:defRPr>
            </a:lvl3pPr>
            <a:lvl4pPr algn="l">
              <a:defRPr sz="1950" b="1">
                <a:solidFill>
                  <a:srgbClr val="147D80"/>
                </a:solidFill>
                <a:latin typeface="Arial"/>
                <a:ea typeface="Arial"/>
                <a:cs typeface="Arial"/>
              </a:defRPr>
            </a:lvl4pPr>
            <a:lvl5pPr algn="l">
              <a:defRPr sz="1950" b="1">
                <a:solidFill>
                  <a:srgbClr val="147D80"/>
                </a:solidFill>
                <a:latin typeface="Arial"/>
                <a:ea typeface="Arial"/>
                <a:cs typeface="Arial"/>
              </a:defRPr>
            </a:lvl5pPr>
            <a:lvl6pPr algn="l">
              <a:defRPr sz="1950" b="1">
                <a:solidFill>
                  <a:srgbClr val="147D80"/>
                </a:solidFill>
                <a:latin typeface="Arial"/>
                <a:ea typeface="Arial"/>
                <a:cs typeface="Arial"/>
              </a:defRPr>
            </a:lvl6pPr>
            <a:lvl7pPr algn="l">
              <a:defRPr sz="1950" b="1">
                <a:solidFill>
                  <a:srgbClr val="147D80"/>
                </a:solidFill>
                <a:latin typeface="Arial"/>
                <a:ea typeface="Arial"/>
                <a:cs typeface="Arial"/>
              </a:defRPr>
            </a:lvl7pPr>
            <a:lvl8pPr algn="l">
              <a:defRPr sz="1950" b="1">
                <a:solidFill>
                  <a:srgbClr val="147D80"/>
                </a:solidFill>
                <a:latin typeface="Arial"/>
                <a:ea typeface="Arial"/>
                <a:cs typeface="Arial"/>
              </a:defRPr>
            </a:lvl8pPr>
            <a:lvl9pPr algn="l">
              <a:defRPr sz="1950" b="1">
                <a:solidFill>
                  <a:srgbClr val="147D80"/>
                </a:solidFill>
                <a:latin typeface="Arial"/>
                <a:ea typeface="Arial"/>
                <a:cs typeface="Arial"/>
              </a:defRPr>
            </a:lvl9pPr>
          </a:lstStyle>
          <a:p>
            <a:pPr algn="l">
              <a:defRPr sz="1950" b="1">
                <a:solidFill>
                  <a:srgbClr val="147D80"/>
                </a:solidFill>
                <a:latin typeface="Arial"/>
                <a:ea typeface="Arial"/>
                <a:cs typeface="Arial"/>
              </a:defRPr>
            </a:pPr>
            <a:r>
              <a:rPr sz="1950" b="1" dirty="0">
                <a:solidFill>
                  <a:schemeClr val="bg2">
                    <a:lumMod val="25000"/>
                  </a:schemeClr>
                </a:solidFill>
                <a:latin typeface="Arial"/>
                <a:ea typeface="Arial"/>
                <a:cs typeface="Arial"/>
              </a:rPr>
              <a:t>The current structure creates accountability without enough local authority.</a:t>
            </a:r>
          </a:p>
        </p:txBody>
      </p:sp>
      <p:sp>
        <p:nvSpPr>
          <p:cNvPr id="6" name="visual-36">
            <a:extLst>
              <a:ext uri="{FF2B5EF4-FFF2-40B4-BE49-F238E27FC236}">
                <a16:creationId xmlns:a16="http://schemas.microsoft.com/office/drawing/2014/main" id="{1E456481-0237-44EC-92AD-2C980723C673}"/>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526770"/>
                </a:solidFill>
                <a:latin typeface="Arial"/>
                <a:ea typeface="Arial"/>
                <a:cs typeface="Arial"/>
              </a:defRPr>
            </a:defPPr>
            <a:lvl1pPr algn="r">
              <a:defRPr sz="1200" b="0">
                <a:solidFill>
                  <a:srgbClr val="526770"/>
                </a:solidFill>
                <a:latin typeface="Arial"/>
                <a:ea typeface="Arial"/>
                <a:cs typeface="Arial"/>
              </a:defRPr>
            </a:lvl1pPr>
            <a:lvl2pPr algn="r">
              <a:defRPr sz="1200" b="0">
                <a:solidFill>
                  <a:srgbClr val="526770"/>
                </a:solidFill>
                <a:latin typeface="Arial"/>
                <a:ea typeface="Arial"/>
                <a:cs typeface="Arial"/>
              </a:defRPr>
            </a:lvl2pPr>
            <a:lvl3pPr algn="r">
              <a:defRPr sz="1200" b="0">
                <a:solidFill>
                  <a:srgbClr val="526770"/>
                </a:solidFill>
                <a:latin typeface="Arial"/>
                <a:ea typeface="Arial"/>
                <a:cs typeface="Arial"/>
              </a:defRPr>
            </a:lvl3pPr>
            <a:lvl4pPr algn="r">
              <a:defRPr sz="1200" b="0">
                <a:solidFill>
                  <a:srgbClr val="526770"/>
                </a:solidFill>
                <a:latin typeface="Arial"/>
                <a:ea typeface="Arial"/>
                <a:cs typeface="Arial"/>
              </a:defRPr>
            </a:lvl4pPr>
            <a:lvl5pPr algn="r">
              <a:defRPr sz="1200" b="0">
                <a:solidFill>
                  <a:srgbClr val="526770"/>
                </a:solidFill>
                <a:latin typeface="Arial"/>
                <a:ea typeface="Arial"/>
                <a:cs typeface="Arial"/>
              </a:defRPr>
            </a:lvl5pPr>
            <a:lvl6pPr algn="r">
              <a:defRPr sz="1200" b="0">
                <a:solidFill>
                  <a:srgbClr val="526770"/>
                </a:solidFill>
                <a:latin typeface="Arial"/>
                <a:ea typeface="Arial"/>
                <a:cs typeface="Arial"/>
              </a:defRPr>
            </a:lvl6pPr>
            <a:lvl7pPr algn="r">
              <a:defRPr sz="1200" b="0">
                <a:solidFill>
                  <a:srgbClr val="526770"/>
                </a:solidFill>
                <a:latin typeface="Arial"/>
                <a:ea typeface="Arial"/>
                <a:cs typeface="Arial"/>
              </a:defRPr>
            </a:lvl7pPr>
            <a:lvl8pPr algn="r">
              <a:defRPr sz="1200" b="0">
                <a:solidFill>
                  <a:srgbClr val="526770"/>
                </a:solidFill>
                <a:latin typeface="Arial"/>
                <a:ea typeface="Arial"/>
                <a:cs typeface="Arial"/>
              </a:defRPr>
            </a:lvl8pPr>
            <a:lvl9pPr algn="r">
              <a:defRPr sz="1200" b="0">
                <a:solidFill>
                  <a:srgbClr val="526770"/>
                </a:solidFill>
                <a:latin typeface="Arial"/>
                <a:ea typeface="Arial"/>
                <a:cs typeface="Arial"/>
              </a:defRPr>
            </a:lvl9pPr>
          </a:lstStyle>
          <a:p>
            <a:pPr algn="r">
              <a:defRPr sz="1200" b="0">
                <a:solidFill>
                  <a:srgbClr val="526770"/>
                </a:solidFill>
                <a:latin typeface="Arial"/>
                <a:ea typeface="Arial"/>
                <a:cs typeface="Arial"/>
              </a:defRPr>
            </a:pPr>
            <a:r>
              <a:rPr sz="1200" b="0" dirty="0">
                <a:solidFill>
                  <a:srgbClr val="526770"/>
                </a:solidFill>
                <a:latin typeface="Arial"/>
                <a:ea typeface="Arial"/>
                <a:cs typeface="Arial"/>
              </a:rPr>
              <a:t>  03 / 17</a:t>
            </a:r>
          </a:p>
        </p:txBody>
      </p:sp>
      <p:sp>
        <p:nvSpPr>
          <p:cNvPr id="7" name="visual-37">
            <a:extLst>
              <a:ext uri="{FF2B5EF4-FFF2-40B4-BE49-F238E27FC236}">
                <a16:creationId xmlns:a16="http://schemas.microsoft.com/office/drawing/2014/main" id="{02FBBA16-7689-4B22-8381-0A6E68C163AC}"/>
              </a:ext>
            </a:extLst>
          </p:cNvPr>
          <p:cNvSpPr>
            <a:spLocks noGrp="1"/>
          </p:cNvSpPr>
          <p:nvPr/>
        </p:nvSpPr>
        <p:spPr>
          <a:xfrm>
            <a:off x="3143250" y="2019300"/>
            <a:ext cx="5905500" cy="590550"/>
          </a:xfrm>
          <a:prstGeom prst="rect">
            <a:avLst/>
          </a:prstGeom>
          <a:solidFill>
            <a:srgbClr val="132F3B"/>
          </a:solidFill>
          <a:ln w="0">
            <a:noFill/>
            <a:prstDash val="solid"/>
          </a:ln>
        </p:spPr>
      </p:sp>
      <p:sp>
        <p:nvSpPr>
          <p:cNvPr id="8" name="visual-38">
            <a:extLst>
              <a:ext uri="{FF2B5EF4-FFF2-40B4-BE49-F238E27FC236}">
                <a16:creationId xmlns:a16="http://schemas.microsoft.com/office/drawing/2014/main" id="{26BEB81D-3000-4743-8815-5DC3DA53DC48}"/>
              </a:ext>
            </a:extLst>
          </p:cNvPr>
          <p:cNvSpPr>
            <a:spLocks noGrp="1"/>
          </p:cNvSpPr>
          <p:nvPr/>
        </p:nvSpPr>
        <p:spPr>
          <a:xfrm>
            <a:off x="3257550" y="2066925"/>
            <a:ext cx="5676900" cy="495300"/>
          </a:xfrm>
          <a:prstGeom prst="rect">
            <a:avLst/>
          </a:prstGeom>
          <a:noFill/>
          <a:ln w="0">
            <a:noFill/>
            <a:prstDash val="solid"/>
          </a:ln>
        </p:spPr>
        <p:txBody>
          <a:bodyPr lIns="0" tIns="0" rIns="0" bIns="0" anchor="ctr"/>
          <a:lstStyle>
            <a:defPPr algn="ctr">
              <a:defRPr sz="2175" b="1">
                <a:solidFill>
                  <a:srgbClr val="FFFFFF"/>
                </a:solidFill>
                <a:latin typeface="Arial"/>
                <a:ea typeface="Arial"/>
                <a:cs typeface="Arial"/>
              </a:defRPr>
            </a:defPPr>
            <a:lvl1pPr algn="ctr">
              <a:defRPr sz="2175" b="1">
                <a:solidFill>
                  <a:srgbClr val="FFFFFF"/>
                </a:solidFill>
                <a:latin typeface="Arial"/>
                <a:ea typeface="Arial"/>
                <a:cs typeface="Arial"/>
              </a:defRPr>
            </a:lvl1pPr>
            <a:lvl2pPr algn="ctr">
              <a:defRPr sz="2175" b="1">
                <a:solidFill>
                  <a:srgbClr val="FFFFFF"/>
                </a:solidFill>
                <a:latin typeface="Arial"/>
                <a:ea typeface="Arial"/>
                <a:cs typeface="Arial"/>
              </a:defRPr>
            </a:lvl2pPr>
            <a:lvl3pPr algn="ctr">
              <a:defRPr sz="2175" b="1">
                <a:solidFill>
                  <a:srgbClr val="FFFFFF"/>
                </a:solidFill>
                <a:latin typeface="Arial"/>
                <a:ea typeface="Arial"/>
                <a:cs typeface="Arial"/>
              </a:defRPr>
            </a:lvl3pPr>
            <a:lvl4pPr algn="ctr">
              <a:defRPr sz="2175" b="1">
                <a:solidFill>
                  <a:srgbClr val="FFFFFF"/>
                </a:solidFill>
                <a:latin typeface="Arial"/>
                <a:ea typeface="Arial"/>
                <a:cs typeface="Arial"/>
              </a:defRPr>
            </a:lvl4pPr>
            <a:lvl5pPr algn="ctr">
              <a:defRPr sz="2175" b="1">
                <a:solidFill>
                  <a:srgbClr val="FFFFFF"/>
                </a:solidFill>
                <a:latin typeface="Arial"/>
                <a:ea typeface="Arial"/>
                <a:cs typeface="Arial"/>
              </a:defRPr>
            </a:lvl5pPr>
            <a:lvl6pPr algn="ctr">
              <a:defRPr sz="2175" b="1">
                <a:solidFill>
                  <a:srgbClr val="FFFFFF"/>
                </a:solidFill>
                <a:latin typeface="Arial"/>
                <a:ea typeface="Arial"/>
                <a:cs typeface="Arial"/>
              </a:defRPr>
            </a:lvl6pPr>
            <a:lvl7pPr algn="ctr">
              <a:defRPr sz="2175" b="1">
                <a:solidFill>
                  <a:srgbClr val="FFFFFF"/>
                </a:solidFill>
                <a:latin typeface="Arial"/>
                <a:ea typeface="Arial"/>
                <a:cs typeface="Arial"/>
              </a:defRPr>
            </a:lvl7pPr>
            <a:lvl8pPr algn="ctr">
              <a:defRPr sz="2175" b="1">
                <a:solidFill>
                  <a:srgbClr val="FFFFFF"/>
                </a:solidFill>
                <a:latin typeface="Arial"/>
                <a:ea typeface="Arial"/>
                <a:cs typeface="Arial"/>
              </a:defRPr>
            </a:lvl8pPr>
            <a:lvl9pPr algn="ctr">
              <a:defRPr sz="2175" b="1">
                <a:solidFill>
                  <a:srgbClr val="FFFFFF"/>
                </a:solidFill>
                <a:latin typeface="Arial"/>
                <a:ea typeface="Arial"/>
                <a:cs typeface="Arial"/>
              </a:defRPr>
            </a:lvl9p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HQ and regional decision owners</a:t>
            </a:r>
          </a:p>
        </p:txBody>
      </p:sp>
      <p:sp>
        <p:nvSpPr>
          <p:cNvPr id="9" name="visual-39">
            <a:extLst>
              <a:ext uri="{FF2B5EF4-FFF2-40B4-BE49-F238E27FC236}">
                <a16:creationId xmlns:a16="http://schemas.microsoft.com/office/drawing/2014/main" id="{1FDA0E23-08B6-4790-97DD-BB47F67B3EC4}"/>
              </a:ext>
            </a:extLst>
          </p:cNvPr>
          <p:cNvSpPr>
            <a:spLocks noGrp="1"/>
          </p:cNvSpPr>
          <p:nvPr/>
        </p:nvSpPr>
        <p:spPr>
          <a:xfrm>
            <a:off x="3009900" y="2733675"/>
            <a:ext cx="6191250" cy="381000"/>
          </a:xfrm>
          <a:prstGeom prst="rect">
            <a:avLst/>
          </a:prstGeom>
          <a:noFill/>
          <a:ln w="0">
            <a:noFill/>
            <a:prstDash val="solid"/>
          </a:ln>
        </p:spPr>
        <p:txBody>
          <a:bodyPr lIns="0" tIns="0" rIns="0" bIns="0" anchor="ctr"/>
          <a:lstStyle>
            <a:defPPr algn="ctr">
              <a:defRPr sz="1875" b="1">
                <a:solidFill>
                  <a:srgbClr val="D15D43"/>
                </a:solidFill>
                <a:latin typeface="Arial"/>
                <a:ea typeface="Arial"/>
                <a:cs typeface="Arial"/>
              </a:defRPr>
            </a:defPPr>
            <a:lvl1pPr algn="ctr">
              <a:defRPr sz="1875" b="1">
                <a:solidFill>
                  <a:srgbClr val="D15D43"/>
                </a:solidFill>
                <a:latin typeface="Arial"/>
                <a:ea typeface="Arial"/>
                <a:cs typeface="Arial"/>
              </a:defRPr>
            </a:lvl1pPr>
            <a:lvl2pPr algn="ctr">
              <a:defRPr sz="1875" b="1">
                <a:solidFill>
                  <a:srgbClr val="D15D43"/>
                </a:solidFill>
                <a:latin typeface="Arial"/>
                <a:ea typeface="Arial"/>
                <a:cs typeface="Arial"/>
              </a:defRPr>
            </a:lvl2pPr>
            <a:lvl3pPr algn="ctr">
              <a:defRPr sz="1875" b="1">
                <a:solidFill>
                  <a:srgbClr val="D15D43"/>
                </a:solidFill>
                <a:latin typeface="Arial"/>
                <a:ea typeface="Arial"/>
                <a:cs typeface="Arial"/>
              </a:defRPr>
            </a:lvl3pPr>
            <a:lvl4pPr algn="ctr">
              <a:defRPr sz="1875" b="1">
                <a:solidFill>
                  <a:srgbClr val="D15D43"/>
                </a:solidFill>
                <a:latin typeface="Arial"/>
                <a:ea typeface="Arial"/>
                <a:cs typeface="Arial"/>
              </a:defRPr>
            </a:lvl4pPr>
            <a:lvl5pPr algn="ctr">
              <a:defRPr sz="1875" b="1">
                <a:solidFill>
                  <a:srgbClr val="D15D43"/>
                </a:solidFill>
                <a:latin typeface="Arial"/>
                <a:ea typeface="Arial"/>
                <a:cs typeface="Arial"/>
              </a:defRPr>
            </a:lvl5pPr>
            <a:lvl6pPr algn="ctr">
              <a:defRPr sz="1875" b="1">
                <a:solidFill>
                  <a:srgbClr val="D15D43"/>
                </a:solidFill>
                <a:latin typeface="Arial"/>
                <a:ea typeface="Arial"/>
                <a:cs typeface="Arial"/>
              </a:defRPr>
            </a:lvl6pPr>
            <a:lvl7pPr algn="ctr">
              <a:defRPr sz="1875" b="1">
                <a:solidFill>
                  <a:srgbClr val="D15D43"/>
                </a:solidFill>
                <a:latin typeface="Arial"/>
                <a:ea typeface="Arial"/>
                <a:cs typeface="Arial"/>
              </a:defRPr>
            </a:lvl7pPr>
            <a:lvl8pPr algn="ctr">
              <a:defRPr sz="1875" b="1">
                <a:solidFill>
                  <a:srgbClr val="D15D43"/>
                </a:solidFill>
                <a:latin typeface="Arial"/>
                <a:ea typeface="Arial"/>
                <a:cs typeface="Arial"/>
              </a:defRPr>
            </a:lvl8pPr>
            <a:lvl9pPr algn="ctr">
              <a:defRPr sz="1875" b="1">
                <a:solidFill>
                  <a:srgbClr val="D15D43"/>
                </a:solidFill>
                <a:latin typeface="Arial"/>
                <a:ea typeface="Arial"/>
                <a:cs typeface="Arial"/>
              </a:defRPr>
            </a:lvl9pPr>
          </a:lstStyle>
          <a:p>
            <a:pPr algn="ctr">
              <a:defRPr sz="1875" b="1">
                <a:solidFill>
                  <a:srgbClr val="D15D43"/>
                </a:solidFill>
                <a:latin typeface="Arial"/>
                <a:ea typeface="Arial"/>
                <a:cs typeface="Arial"/>
              </a:defRPr>
            </a:pPr>
            <a:r>
              <a:rPr sz="1875" b="1" dirty="0">
                <a:solidFill>
                  <a:schemeClr val="accent1">
                    <a:lumMod val="50000"/>
                  </a:schemeClr>
                </a:solidFill>
                <a:latin typeface="Arial"/>
                <a:ea typeface="Arial"/>
                <a:cs typeface="Arial"/>
              </a:rPr>
              <a:t>Price   Customer consent   Major architecture</a:t>
            </a:r>
          </a:p>
        </p:txBody>
      </p:sp>
      <p:sp>
        <p:nvSpPr>
          <p:cNvPr id="10" name="visual-40">
            <a:extLst>
              <a:ext uri="{FF2B5EF4-FFF2-40B4-BE49-F238E27FC236}">
                <a16:creationId xmlns:a16="http://schemas.microsoft.com/office/drawing/2014/main" id="{1A0E1CD2-6A31-4C59-8E1A-0693B4B01A22}"/>
              </a:ext>
            </a:extLst>
          </p:cNvPr>
          <p:cNvSpPr>
            <a:spLocks noGrp="1"/>
          </p:cNvSpPr>
          <p:nvPr/>
        </p:nvSpPr>
        <p:spPr>
          <a:xfrm>
            <a:off x="6086475" y="3105150"/>
            <a:ext cx="19050" cy="238125"/>
          </a:xfrm>
          <a:prstGeom prst="rect">
            <a:avLst/>
          </a:prstGeom>
          <a:solidFill>
            <a:srgbClr val="147D80"/>
          </a:solidFill>
          <a:ln w="0">
            <a:noFill/>
            <a:prstDash val="solid"/>
          </a:ln>
        </p:spPr>
      </p:sp>
      <p:sp>
        <p:nvSpPr>
          <p:cNvPr id="11" name="visual-41">
            <a:extLst>
              <a:ext uri="{FF2B5EF4-FFF2-40B4-BE49-F238E27FC236}">
                <a16:creationId xmlns:a16="http://schemas.microsoft.com/office/drawing/2014/main" id="{EF1E03BF-4BFD-4BDB-8F20-711051DB88E3}"/>
              </a:ext>
            </a:extLst>
          </p:cNvPr>
          <p:cNvSpPr>
            <a:spLocks noGrp="1"/>
          </p:cNvSpPr>
          <p:nvPr/>
        </p:nvSpPr>
        <p:spPr>
          <a:xfrm>
            <a:off x="3524250" y="3362325"/>
            <a:ext cx="5143500" cy="590550"/>
          </a:xfrm>
          <a:prstGeom prst="rect">
            <a:avLst/>
          </a:prstGeom>
          <a:solidFill>
            <a:srgbClr val="147D80"/>
          </a:solidFill>
          <a:ln w="0">
            <a:noFill/>
            <a:prstDash val="solid"/>
          </a:ln>
        </p:spPr>
      </p:sp>
      <p:sp>
        <p:nvSpPr>
          <p:cNvPr id="12" name="visual-42">
            <a:extLst>
              <a:ext uri="{FF2B5EF4-FFF2-40B4-BE49-F238E27FC236}">
                <a16:creationId xmlns:a16="http://schemas.microsoft.com/office/drawing/2014/main" id="{421A75A7-F607-4FCB-B3CC-A58058245B74}"/>
              </a:ext>
            </a:extLst>
          </p:cNvPr>
          <p:cNvSpPr>
            <a:spLocks noGrp="1"/>
          </p:cNvSpPr>
          <p:nvPr/>
        </p:nvSpPr>
        <p:spPr>
          <a:xfrm>
            <a:off x="3638550" y="3409950"/>
            <a:ext cx="4914900" cy="495300"/>
          </a:xfrm>
          <a:prstGeom prst="rect">
            <a:avLst/>
          </a:prstGeom>
          <a:noFill/>
          <a:ln w="0">
            <a:noFill/>
            <a:prstDash val="solid"/>
          </a:ln>
        </p:spPr>
        <p:txBody>
          <a:bodyPr lIns="0" tIns="0" rIns="0" bIns="0" anchor="ctr"/>
          <a:lstStyle>
            <a:defPPr algn="ctr">
              <a:defRPr sz="2175" b="1">
                <a:solidFill>
                  <a:srgbClr val="FFFFFF"/>
                </a:solidFill>
                <a:latin typeface="Arial"/>
                <a:ea typeface="Arial"/>
                <a:cs typeface="Arial"/>
              </a:defRPr>
            </a:defPPr>
            <a:lvl1pPr algn="ctr">
              <a:defRPr sz="2175" b="1">
                <a:solidFill>
                  <a:srgbClr val="FFFFFF"/>
                </a:solidFill>
                <a:latin typeface="Arial"/>
                <a:ea typeface="Arial"/>
                <a:cs typeface="Arial"/>
              </a:defRPr>
            </a:lvl1pPr>
            <a:lvl2pPr algn="ctr">
              <a:defRPr sz="2175" b="1">
                <a:solidFill>
                  <a:srgbClr val="FFFFFF"/>
                </a:solidFill>
                <a:latin typeface="Arial"/>
                <a:ea typeface="Arial"/>
                <a:cs typeface="Arial"/>
              </a:defRPr>
            </a:lvl2pPr>
            <a:lvl3pPr algn="ctr">
              <a:defRPr sz="2175" b="1">
                <a:solidFill>
                  <a:srgbClr val="FFFFFF"/>
                </a:solidFill>
                <a:latin typeface="Arial"/>
                <a:ea typeface="Arial"/>
                <a:cs typeface="Arial"/>
              </a:defRPr>
            </a:lvl3pPr>
            <a:lvl4pPr algn="ctr">
              <a:defRPr sz="2175" b="1">
                <a:solidFill>
                  <a:srgbClr val="FFFFFF"/>
                </a:solidFill>
                <a:latin typeface="Arial"/>
                <a:ea typeface="Arial"/>
                <a:cs typeface="Arial"/>
              </a:defRPr>
            </a:lvl4pPr>
            <a:lvl5pPr algn="ctr">
              <a:defRPr sz="2175" b="1">
                <a:solidFill>
                  <a:srgbClr val="FFFFFF"/>
                </a:solidFill>
                <a:latin typeface="Arial"/>
                <a:ea typeface="Arial"/>
                <a:cs typeface="Arial"/>
              </a:defRPr>
            </a:lvl5pPr>
            <a:lvl6pPr algn="ctr">
              <a:defRPr sz="2175" b="1">
                <a:solidFill>
                  <a:srgbClr val="FFFFFF"/>
                </a:solidFill>
                <a:latin typeface="Arial"/>
                <a:ea typeface="Arial"/>
                <a:cs typeface="Arial"/>
              </a:defRPr>
            </a:lvl6pPr>
            <a:lvl7pPr algn="ctr">
              <a:defRPr sz="2175" b="1">
                <a:solidFill>
                  <a:srgbClr val="FFFFFF"/>
                </a:solidFill>
                <a:latin typeface="Arial"/>
                <a:ea typeface="Arial"/>
                <a:cs typeface="Arial"/>
              </a:defRPr>
            </a:lvl7pPr>
            <a:lvl8pPr algn="ctr">
              <a:defRPr sz="2175" b="1">
                <a:solidFill>
                  <a:srgbClr val="FFFFFF"/>
                </a:solidFill>
                <a:latin typeface="Arial"/>
                <a:ea typeface="Arial"/>
                <a:cs typeface="Arial"/>
              </a:defRPr>
            </a:lvl8pPr>
            <a:lvl9pPr algn="ctr">
              <a:defRPr sz="2175" b="1">
                <a:solidFill>
                  <a:srgbClr val="FFFFFF"/>
                </a:solidFill>
                <a:latin typeface="Arial"/>
                <a:ea typeface="Arial"/>
                <a:cs typeface="Arial"/>
              </a:defRPr>
            </a:lvl9p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Ananya Rao  /  Country Leader</a:t>
            </a:r>
          </a:p>
        </p:txBody>
      </p:sp>
      <p:sp>
        <p:nvSpPr>
          <p:cNvPr id="13" name="visual-43">
            <a:extLst>
              <a:ext uri="{FF2B5EF4-FFF2-40B4-BE49-F238E27FC236}">
                <a16:creationId xmlns:a16="http://schemas.microsoft.com/office/drawing/2014/main" id="{5F3852B4-611B-42AA-A8A3-B6FC9B71FBC7}"/>
              </a:ext>
            </a:extLst>
          </p:cNvPr>
          <p:cNvSpPr>
            <a:spLocks noGrp="1"/>
          </p:cNvSpPr>
          <p:nvPr/>
        </p:nvSpPr>
        <p:spPr>
          <a:xfrm>
            <a:off x="6086475" y="3952875"/>
            <a:ext cx="19050" cy="266700"/>
          </a:xfrm>
          <a:prstGeom prst="rect">
            <a:avLst/>
          </a:prstGeom>
          <a:solidFill>
            <a:schemeClr val="accent2">
              <a:lumMod val="75000"/>
            </a:schemeClr>
          </a:solidFill>
          <a:ln w="0">
            <a:noFill/>
            <a:prstDash val="solid"/>
          </a:ln>
        </p:spPr>
      </p:sp>
      <p:sp>
        <p:nvSpPr>
          <p:cNvPr id="14" name="visual-44">
            <a:extLst>
              <a:ext uri="{FF2B5EF4-FFF2-40B4-BE49-F238E27FC236}">
                <a16:creationId xmlns:a16="http://schemas.microsoft.com/office/drawing/2014/main" id="{3FC681E3-C300-48B3-A8D5-65962798C238}"/>
              </a:ext>
            </a:extLst>
          </p:cNvPr>
          <p:cNvSpPr>
            <a:spLocks noGrp="1"/>
          </p:cNvSpPr>
          <p:nvPr/>
        </p:nvSpPr>
        <p:spPr>
          <a:xfrm>
            <a:off x="2000250" y="4229100"/>
            <a:ext cx="8572500" cy="19050"/>
          </a:xfrm>
          <a:prstGeom prst="rect">
            <a:avLst/>
          </a:prstGeom>
          <a:solidFill>
            <a:schemeClr val="accent2">
              <a:lumMod val="75000"/>
            </a:schemeClr>
          </a:solidFill>
          <a:ln w="0">
            <a:noFill/>
            <a:prstDash val="solid"/>
          </a:ln>
        </p:spPr>
      </p:sp>
      <p:sp>
        <p:nvSpPr>
          <p:cNvPr id="15" name="visual-45">
            <a:extLst>
              <a:ext uri="{FF2B5EF4-FFF2-40B4-BE49-F238E27FC236}">
                <a16:creationId xmlns:a16="http://schemas.microsoft.com/office/drawing/2014/main" id="{25CDEAA8-CA27-4050-B005-11BA39EAE8FE}"/>
              </a:ext>
            </a:extLst>
          </p:cNvPr>
          <p:cNvSpPr>
            <a:spLocks noGrp="1"/>
          </p:cNvSpPr>
          <p:nvPr/>
        </p:nvSpPr>
        <p:spPr>
          <a:xfrm>
            <a:off x="2000250" y="4229100"/>
            <a:ext cx="19050" cy="228600"/>
          </a:xfrm>
          <a:prstGeom prst="rect">
            <a:avLst/>
          </a:prstGeom>
          <a:solidFill>
            <a:schemeClr val="accent2">
              <a:lumMod val="75000"/>
            </a:schemeClr>
          </a:solidFill>
          <a:ln w="0">
            <a:noFill/>
            <a:prstDash val="solid"/>
          </a:ln>
        </p:spPr>
      </p:sp>
      <p:sp>
        <p:nvSpPr>
          <p:cNvPr id="16" name="visual-46">
            <a:extLst>
              <a:ext uri="{FF2B5EF4-FFF2-40B4-BE49-F238E27FC236}">
                <a16:creationId xmlns:a16="http://schemas.microsoft.com/office/drawing/2014/main" id="{6B931D15-9C38-416A-AF23-DB400FA44194}"/>
              </a:ext>
            </a:extLst>
          </p:cNvPr>
          <p:cNvSpPr>
            <a:spLocks noGrp="1"/>
          </p:cNvSpPr>
          <p:nvPr/>
        </p:nvSpPr>
        <p:spPr>
          <a:xfrm>
            <a:off x="762000" y="4476750"/>
            <a:ext cx="2476500" cy="904875"/>
          </a:xfrm>
          <a:prstGeom prst="rect">
            <a:avLst/>
          </a:prstGeom>
          <a:solidFill>
            <a:srgbClr val="DDEBE7"/>
          </a:solidFill>
          <a:ln w="0">
            <a:noFill/>
            <a:prstDash val="solid"/>
          </a:ln>
        </p:spPr>
      </p:sp>
      <p:sp>
        <p:nvSpPr>
          <p:cNvPr id="17" name="visual-47">
            <a:extLst>
              <a:ext uri="{FF2B5EF4-FFF2-40B4-BE49-F238E27FC236}">
                <a16:creationId xmlns:a16="http://schemas.microsoft.com/office/drawing/2014/main" id="{B373F900-34F4-4303-9C67-945FA129FC7B}"/>
              </a:ext>
            </a:extLst>
          </p:cNvPr>
          <p:cNvSpPr>
            <a:spLocks noGrp="1"/>
          </p:cNvSpPr>
          <p:nvPr/>
        </p:nvSpPr>
        <p:spPr>
          <a:xfrm>
            <a:off x="876300" y="4524375"/>
            <a:ext cx="2247900" cy="809625"/>
          </a:xfrm>
          <a:prstGeom prst="rect">
            <a:avLst/>
          </a:prstGeom>
          <a:noFill/>
          <a:ln w="0">
            <a:noFill/>
            <a:prstDash val="solid"/>
          </a:ln>
        </p:spPr>
        <p:txBody>
          <a:bodyPr lIns="0" tIns="0" rIns="0" bIns="0" anchor="ctr"/>
          <a:lstStyle>
            <a:defPPr algn="ctr">
              <a:defRPr sz="1950" b="1">
                <a:solidFill>
                  <a:srgbClr val="132F3B"/>
                </a:solidFill>
                <a:latin typeface="Arial"/>
                <a:ea typeface="Arial"/>
                <a:cs typeface="Arial"/>
              </a:defRPr>
            </a:defPPr>
            <a:lvl1pPr algn="ctr">
              <a:defRPr sz="1950" b="1">
                <a:solidFill>
                  <a:srgbClr val="132F3B"/>
                </a:solidFill>
                <a:latin typeface="Arial"/>
                <a:ea typeface="Arial"/>
                <a:cs typeface="Arial"/>
              </a:defRPr>
            </a:lvl1pPr>
            <a:lvl2pPr algn="ctr">
              <a:defRPr sz="1950" b="1">
                <a:solidFill>
                  <a:srgbClr val="132F3B"/>
                </a:solidFill>
                <a:latin typeface="Arial"/>
                <a:ea typeface="Arial"/>
                <a:cs typeface="Arial"/>
              </a:defRPr>
            </a:lvl2pPr>
            <a:lvl3pPr algn="ctr">
              <a:defRPr sz="1950" b="1">
                <a:solidFill>
                  <a:srgbClr val="132F3B"/>
                </a:solidFill>
                <a:latin typeface="Arial"/>
                <a:ea typeface="Arial"/>
                <a:cs typeface="Arial"/>
              </a:defRPr>
            </a:lvl3pPr>
            <a:lvl4pPr algn="ctr">
              <a:defRPr sz="1950" b="1">
                <a:solidFill>
                  <a:srgbClr val="132F3B"/>
                </a:solidFill>
                <a:latin typeface="Arial"/>
                <a:ea typeface="Arial"/>
                <a:cs typeface="Arial"/>
              </a:defRPr>
            </a:lvl4pPr>
            <a:lvl5pPr algn="ctr">
              <a:defRPr sz="1950" b="1">
                <a:solidFill>
                  <a:srgbClr val="132F3B"/>
                </a:solidFill>
                <a:latin typeface="Arial"/>
                <a:ea typeface="Arial"/>
                <a:cs typeface="Arial"/>
              </a:defRPr>
            </a:lvl5pPr>
            <a:lvl6pPr algn="ctr">
              <a:defRPr sz="1950" b="1">
                <a:solidFill>
                  <a:srgbClr val="132F3B"/>
                </a:solidFill>
                <a:latin typeface="Arial"/>
                <a:ea typeface="Arial"/>
                <a:cs typeface="Arial"/>
              </a:defRPr>
            </a:lvl6pPr>
            <a:lvl7pPr algn="ctr">
              <a:defRPr sz="1950" b="1">
                <a:solidFill>
                  <a:srgbClr val="132F3B"/>
                </a:solidFill>
                <a:latin typeface="Arial"/>
                <a:ea typeface="Arial"/>
                <a:cs typeface="Arial"/>
              </a:defRPr>
            </a:lvl7pPr>
            <a:lvl8pPr algn="ctr">
              <a:defRPr sz="1950" b="1">
                <a:solidFill>
                  <a:srgbClr val="132F3B"/>
                </a:solidFill>
                <a:latin typeface="Arial"/>
                <a:ea typeface="Arial"/>
                <a:cs typeface="Arial"/>
              </a:defRPr>
            </a:lvl8pPr>
            <a:lvl9pPr algn="ctr">
              <a:defRPr sz="1950" b="1">
                <a:solidFill>
                  <a:srgbClr val="132F3B"/>
                </a:solidFill>
                <a:latin typeface="Arial"/>
                <a:ea typeface="Arial"/>
                <a:cs typeface="Arial"/>
              </a:defRPr>
            </a:lvl9pPr>
          </a:lstStyle>
          <a:p>
            <a:pPr algn="ctr">
              <a:defRPr sz="1950" b="1">
                <a:solidFill>
                  <a:srgbClr val="132F3B"/>
                </a:solidFill>
                <a:latin typeface="Arial"/>
                <a:ea typeface="Arial"/>
                <a:cs typeface="Arial"/>
              </a:defRPr>
            </a:pPr>
            <a:r>
              <a:rPr sz="1950" b="1">
                <a:solidFill>
                  <a:srgbClr val="132F3B"/>
                </a:solidFill>
                <a:latin typeface="Arial"/>
                <a:ea typeface="Arial"/>
                <a:cs typeface="Arial"/>
              </a:rPr>
              <a:t>Kabir Shah</a:t>
            </a:r>
          </a:p>
          <a:p>
            <a:pPr algn="ctr">
              <a:defRPr sz="1950" b="1">
                <a:solidFill>
                  <a:srgbClr val="132F3B"/>
                </a:solidFill>
                <a:latin typeface="Arial"/>
                <a:ea typeface="Arial"/>
                <a:cs typeface="Arial"/>
              </a:defRPr>
            </a:pPr>
            <a:r>
              <a:rPr sz="1950" b="1">
                <a:solidFill>
                  <a:srgbClr val="132F3B"/>
                </a:solidFill>
                <a:latin typeface="Arial"/>
                <a:ea typeface="Arial"/>
                <a:cs typeface="Arial"/>
              </a:rPr>
              <a:t>Delivery</a:t>
            </a:r>
          </a:p>
        </p:txBody>
      </p:sp>
      <p:sp>
        <p:nvSpPr>
          <p:cNvPr id="18" name="visual-48">
            <a:extLst>
              <a:ext uri="{FF2B5EF4-FFF2-40B4-BE49-F238E27FC236}">
                <a16:creationId xmlns:a16="http://schemas.microsoft.com/office/drawing/2014/main" id="{6FB1A439-FA4E-4628-A8B4-3324B96AFE21}"/>
              </a:ext>
            </a:extLst>
          </p:cNvPr>
          <p:cNvSpPr>
            <a:spLocks noGrp="1"/>
          </p:cNvSpPr>
          <p:nvPr/>
        </p:nvSpPr>
        <p:spPr>
          <a:xfrm>
            <a:off x="4857750" y="4229100"/>
            <a:ext cx="19050" cy="228600"/>
          </a:xfrm>
          <a:prstGeom prst="rect">
            <a:avLst/>
          </a:prstGeom>
          <a:solidFill>
            <a:schemeClr val="accent2">
              <a:lumMod val="75000"/>
            </a:schemeClr>
          </a:solidFill>
          <a:ln w="0">
            <a:noFill/>
            <a:prstDash val="solid"/>
          </a:ln>
        </p:spPr>
      </p:sp>
      <p:sp>
        <p:nvSpPr>
          <p:cNvPr id="19" name="visual-49">
            <a:extLst>
              <a:ext uri="{FF2B5EF4-FFF2-40B4-BE49-F238E27FC236}">
                <a16:creationId xmlns:a16="http://schemas.microsoft.com/office/drawing/2014/main" id="{237841AD-E4BF-409D-91AC-AA1B92627FA6}"/>
              </a:ext>
            </a:extLst>
          </p:cNvPr>
          <p:cNvSpPr>
            <a:spLocks noGrp="1"/>
          </p:cNvSpPr>
          <p:nvPr/>
        </p:nvSpPr>
        <p:spPr>
          <a:xfrm>
            <a:off x="3619500" y="4476750"/>
            <a:ext cx="2476500" cy="904875"/>
          </a:xfrm>
          <a:prstGeom prst="rect">
            <a:avLst/>
          </a:prstGeom>
          <a:solidFill>
            <a:srgbClr val="DDEBE7"/>
          </a:solidFill>
          <a:ln w="0">
            <a:noFill/>
            <a:prstDash val="solid"/>
          </a:ln>
        </p:spPr>
      </p:sp>
      <p:sp>
        <p:nvSpPr>
          <p:cNvPr id="20" name="visual-50">
            <a:extLst>
              <a:ext uri="{FF2B5EF4-FFF2-40B4-BE49-F238E27FC236}">
                <a16:creationId xmlns:a16="http://schemas.microsoft.com/office/drawing/2014/main" id="{41C08733-6B7C-4A92-84D2-9C6AB374B64F}"/>
              </a:ext>
            </a:extLst>
          </p:cNvPr>
          <p:cNvSpPr>
            <a:spLocks noGrp="1"/>
          </p:cNvSpPr>
          <p:nvPr/>
        </p:nvSpPr>
        <p:spPr>
          <a:xfrm>
            <a:off x="3733800" y="4524375"/>
            <a:ext cx="2247900" cy="809625"/>
          </a:xfrm>
          <a:prstGeom prst="rect">
            <a:avLst/>
          </a:prstGeom>
          <a:noFill/>
          <a:ln w="0">
            <a:noFill/>
            <a:prstDash val="solid"/>
          </a:ln>
        </p:spPr>
        <p:txBody>
          <a:bodyPr lIns="0" tIns="0" rIns="0" bIns="0" anchor="ctr"/>
          <a:lstStyle>
            <a:defPPr algn="ctr">
              <a:defRPr sz="1950" b="1">
                <a:solidFill>
                  <a:srgbClr val="132F3B"/>
                </a:solidFill>
                <a:latin typeface="Arial"/>
                <a:ea typeface="Arial"/>
                <a:cs typeface="Arial"/>
              </a:defRPr>
            </a:defPPr>
            <a:lvl1pPr algn="ctr">
              <a:defRPr sz="1950" b="1">
                <a:solidFill>
                  <a:srgbClr val="132F3B"/>
                </a:solidFill>
                <a:latin typeface="Arial"/>
                <a:ea typeface="Arial"/>
                <a:cs typeface="Arial"/>
              </a:defRPr>
            </a:lvl1pPr>
            <a:lvl2pPr algn="ctr">
              <a:defRPr sz="1950" b="1">
                <a:solidFill>
                  <a:srgbClr val="132F3B"/>
                </a:solidFill>
                <a:latin typeface="Arial"/>
                <a:ea typeface="Arial"/>
                <a:cs typeface="Arial"/>
              </a:defRPr>
            </a:lvl2pPr>
            <a:lvl3pPr algn="ctr">
              <a:defRPr sz="1950" b="1">
                <a:solidFill>
                  <a:srgbClr val="132F3B"/>
                </a:solidFill>
                <a:latin typeface="Arial"/>
                <a:ea typeface="Arial"/>
                <a:cs typeface="Arial"/>
              </a:defRPr>
            </a:lvl3pPr>
            <a:lvl4pPr algn="ctr">
              <a:defRPr sz="1950" b="1">
                <a:solidFill>
                  <a:srgbClr val="132F3B"/>
                </a:solidFill>
                <a:latin typeface="Arial"/>
                <a:ea typeface="Arial"/>
                <a:cs typeface="Arial"/>
              </a:defRPr>
            </a:lvl4pPr>
            <a:lvl5pPr algn="ctr">
              <a:defRPr sz="1950" b="1">
                <a:solidFill>
                  <a:srgbClr val="132F3B"/>
                </a:solidFill>
                <a:latin typeface="Arial"/>
                <a:ea typeface="Arial"/>
                <a:cs typeface="Arial"/>
              </a:defRPr>
            </a:lvl5pPr>
            <a:lvl6pPr algn="ctr">
              <a:defRPr sz="1950" b="1">
                <a:solidFill>
                  <a:srgbClr val="132F3B"/>
                </a:solidFill>
                <a:latin typeface="Arial"/>
                <a:ea typeface="Arial"/>
                <a:cs typeface="Arial"/>
              </a:defRPr>
            </a:lvl6pPr>
            <a:lvl7pPr algn="ctr">
              <a:defRPr sz="1950" b="1">
                <a:solidFill>
                  <a:srgbClr val="132F3B"/>
                </a:solidFill>
                <a:latin typeface="Arial"/>
                <a:ea typeface="Arial"/>
                <a:cs typeface="Arial"/>
              </a:defRPr>
            </a:lvl7pPr>
            <a:lvl8pPr algn="ctr">
              <a:defRPr sz="1950" b="1">
                <a:solidFill>
                  <a:srgbClr val="132F3B"/>
                </a:solidFill>
                <a:latin typeface="Arial"/>
                <a:ea typeface="Arial"/>
                <a:cs typeface="Arial"/>
              </a:defRPr>
            </a:lvl8pPr>
            <a:lvl9pPr algn="ctr">
              <a:defRPr sz="1950" b="1">
                <a:solidFill>
                  <a:srgbClr val="132F3B"/>
                </a:solidFill>
                <a:latin typeface="Arial"/>
                <a:ea typeface="Arial"/>
                <a:cs typeface="Arial"/>
              </a:defRPr>
            </a:lvl9pPr>
          </a:lstStyle>
          <a:p>
            <a:pPr algn="ctr">
              <a:defRPr sz="1950" b="1">
                <a:solidFill>
                  <a:srgbClr val="132F3B"/>
                </a:solidFill>
                <a:latin typeface="Arial"/>
                <a:ea typeface="Arial"/>
                <a:cs typeface="Arial"/>
              </a:defRPr>
            </a:pPr>
            <a:r>
              <a:rPr sz="1950" b="1">
                <a:solidFill>
                  <a:srgbClr val="132F3B"/>
                </a:solidFill>
                <a:latin typeface="Arial"/>
                <a:ea typeface="Arial"/>
                <a:cs typeface="Arial"/>
              </a:rPr>
              <a:t>Prakash</a:t>
            </a:r>
          </a:p>
          <a:p>
            <a:pPr algn="ctr">
              <a:defRPr sz="1950" b="1">
                <a:solidFill>
                  <a:srgbClr val="132F3B"/>
                </a:solidFill>
                <a:latin typeface="Arial"/>
                <a:ea typeface="Arial"/>
                <a:cs typeface="Arial"/>
              </a:defRPr>
            </a:pPr>
            <a:r>
              <a:rPr sz="1950" b="1">
                <a:solidFill>
                  <a:srgbClr val="132F3B"/>
                </a:solidFill>
                <a:latin typeface="Arial"/>
                <a:ea typeface="Arial"/>
                <a:cs typeface="Arial"/>
              </a:rPr>
              <a:t>Service</a:t>
            </a:r>
          </a:p>
        </p:txBody>
      </p:sp>
      <p:sp>
        <p:nvSpPr>
          <p:cNvPr id="21" name="visual-51">
            <a:extLst>
              <a:ext uri="{FF2B5EF4-FFF2-40B4-BE49-F238E27FC236}">
                <a16:creationId xmlns:a16="http://schemas.microsoft.com/office/drawing/2014/main" id="{9E725579-DC50-499A-82AD-E3056C595E2A}"/>
              </a:ext>
            </a:extLst>
          </p:cNvPr>
          <p:cNvSpPr>
            <a:spLocks noGrp="1"/>
          </p:cNvSpPr>
          <p:nvPr/>
        </p:nvSpPr>
        <p:spPr>
          <a:xfrm>
            <a:off x="7715250" y="4229100"/>
            <a:ext cx="19050" cy="228600"/>
          </a:xfrm>
          <a:prstGeom prst="rect">
            <a:avLst/>
          </a:prstGeom>
          <a:solidFill>
            <a:schemeClr val="accent2">
              <a:lumMod val="75000"/>
            </a:schemeClr>
          </a:solidFill>
          <a:ln w="0">
            <a:noFill/>
            <a:prstDash val="solid"/>
          </a:ln>
        </p:spPr>
      </p:sp>
      <p:sp>
        <p:nvSpPr>
          <p:cNvPr id="22" name="visual-52">
            <a:extLst>
              <a:ext uri="{FF2B5EF4-FFF2-40B4-BE49-F238E27FC236}">
                <a16:creationId xmlns:a16="http://schemas.microsoft.com/office/drawing/2014/main" id="{43430A02-5825-4468-B463-3F3D6D665618}"/>
              </a:ext>
            </a:extLst>
          </p:cNvPr>
          <p:cNvSpPr>
            <a:spLocks noGrp="1"/>
          </p:cNvSpPr>
          <p:nvPr/>
        </p:nvSpPr>
        <p:spPr>
          <a:xfrm>
            <a:off x="6477000" y="4476750"/>
            <a:ext cx="2476500" cy="904875"/>
          </a:xfrm>
          <a:prstGeom prst="rect">
            <a:avLst/>
          </a:prstGeom>
          <a:solidFill>
            <a:srgbClr val="DDEBE7"/>
          </a:solidFill>
          <a:ln w="0">
            <a:noFill/>
            <a:prstDash val="solid"/>
          </a:ln>
        </p:spPr>
      </p:sp>
      <p:sp>
        <p:nvSpPr>
          <p:cNvPr id="23" name="visual-53">
            <a:extLst>
              <a:ext uri="{FF2B5EF4-FFF2-40B4-BE49-F238E27FC236}">
                <a16:creationId xmlns:a16="http://schemas.microsoft.com/office/drawing/2014/main" id="{4900B1F1-3251-4C21-9017-957A3FD510D7}"/>
              </a:ext>
            </a:extLst>
          </p:cNvPr>
          <p:cNvSpPr>
            <a:spLocks noGrp="1"/>
          </p:cNvSpPr>
          <p:nvPr/>
        </p:nvSpPr>
        <p:spPr>
          <a:xfrm>
            <a:off x="6591300" y="4524375"/>
            <a:ext cx="2247900" cy="809625"/>
          </a:xfrm>
          <a:prstGeom prst="rect">
            <a:avLst/>
          </a:prstGeom>
          <a:noFill/>
          <a:ln w="0">
            <a:noFill/>
            <a:prstDash val="solid"/>
          </a:ln>
        </p:spPr>
        <p:txBody>
          <a:bodyPr lIns="0" tIns="0" rIns="0" bIns="0" anchor="ctr"/>
          <a:lstStyle>
            <a:defPPr algn="ctr">
              <a:defRPr sz="1950" b="1">
                <a:solidFill>
                  <a:srgbClr val="132F3B"/>
                </a:solidFill>
                <a:latin typeface="Arial"/>
                <a:ea typeface="Arial"/>
                <a:cs typeface="Arial"/>
              </a:defRPr>
            </a:defPPr>
            <a:lvl1pPr algn="ctr">
              <a:defRPr sz="1950" b="1">
                <a:solidFill>
                  <a:srgbClr val="132F3B"/>
                </a:solidFill>
                <a:latin typeface="Arial"/>
                <a:ea typeface="Arial"/>
                <a:cs typeface="Arial"/>
              </a:defRPr>
            </a:lvl1pPr>
            <a:lvl2pPr algn="ctr">
              <a:defRPr sz="1950" b="1">
                <a:solidFill>
                  <a:srgbClr val="132F3B"/>
                </a:solidFill>
                <a:latin typeface="Arial"/>
                <a:ea typeface="Arial"/>
                <a:cs typeface="Arial"/>
              </a:defRPr>
            </a:lvl2pPr>
            <a:lvl3pPr algn="ctr">
              <a:defRPr sz="1950" b="1">
                <a:solidFill>
                  <a:srgbClr val="132F3B"/>
                </a:solidFill>
                <a:latin typeface="Arial"/>
                <a:ea typeface="Arial"/>
                <a:cs typeface="Arial"/>
              </a:defRPr>
            </a:lvl3pPr>
            <a:lvl4pPr algn="ctr">
              <a:defRPr sz="1950" b="1">
                <a:solidFill>
                  <a:srgbClr val="132F3B"/>
                </a:solidFill>
                <a:latin typeface="Arial"/>
                <a:ea typeface="Arial"/>
                <a:cs typeface="Arial"/>
              </a:defRPr>
            </a:lvl4pPr>
            <a:lvl5pPr algn="ctr">
              <a:defRPr sz="1950" b="1">
                <a:solidFill>
                  <a:srgbClr val="132F3B"/>
                </a:solidFill>
                <a:latin typeface="Arial"/>
                <a:ea typeface="Arial"/>
                <a:cs typeface="Arial"/>
              </a:defRPr>
            </a:lvl5pPr>
            <a:lvl6pPr algn="ctr">
              <a:defRPr sz="1950" b="1">
                <a:solidFill>
                  <a:srgbClr val="132F3B"/>
                </a:solidFill>
                <a:latin typeface="Arial"/>
                <a:ea typeface="Arial"/>
                <a:cs typeface="Arial"/>
              </a:defRPr>
            </a:lvl6pPr>
            <a:lvl7pPr algn="ctr">
              <a:defRPr sz="1950" b="1">
                <a:solidFill>
                  <a:srgbClr val="132F3B"/>
                </a:solidFill>
                <a:latin typeface="Arial"/>
                <a:ea typeface="Arial"/>
                <a:cs typeface="Arial"/>
              </a:defRPr>
            </a:lvl7pPr>
            <a:lvl8pPr algn="ctr">
              <a:defRPr sz="1950" b="1">
                <a:solidFill>
                  <a:srgbClr val="132F3B"/>
                </a:solidFill>
                <a:latin typeface="Arial"/>
                <a:ea typeface="Arial"/>
                <a:cs typeface="Arial"/>
              </a:defRPr>
            </a:lvl8pPr>
            <a:lvl9pPr algn="ctr">
              <a:defRPr sz="1950" b="1">
                <a:solidFill>
                  <a:srgbClr val="132F3B"/>
                </a:solidFill>
                <a:latin typeface="Arial"/>
                <a:ea typeface="Arial"/>
                <a:cs typeface="Arial"/>
              </a:defRPr>
            </a:lvl9pPr>
          </a:lstStyle>
          <a:p>
            <a:pPr algn="ctr">
              <a:defRPr sz="1950" b="1">
                <a:solidFill>
                  <a:srgbClr val="132F3B"/>
                </a:solidFill>
                <a:latin typeface="Arial"/>
                <a:ea typeface="Arial"/>
                <a:cs typeface="Arial"/>
              </a:defRPr>
            </a:pPr>
            <a:r>
              <a:rPr sz="1950" b="1">
                <a:solidFill>
                  <a:srgbClr val="132F3B"/>
                </a:solidFill>
                <a:latin typeface="Arial"/>
                <a:ea typeface="Arial"/>
                <a:cs typeface="Arial"/>
              </a:rPr>
              <a:t>Architecture</a:t>
            </a:r>
          </a:p>
          <a:p>
            <a:pPr algn="ctr">
              <a:defRPr sz="1950" b="1">
                <a:solidFill>
                  <a:srgbClr val="132F3B"/>
                </a:solidFill>
                <a:latin typeface="Arial"/>
                <a:ea typeface="Arial"/>
                <a:cs typeface="Arial"/>
              </a:defRPr>
            </a:pPr>
            <a:r>
              <a:rPr sz="1950" b="1">
                <a:solidFill>
                  <a:srgbClr val="132F3B"/>
                </a:solidFill>
                <a:latin typeface="Arial"/>
                <a:ea typeface="Arial"/>
                <a:cs typeface="Arial"/>
              </a:rPr>
              <a:t>review</a:t>
            </a:r>
          </a:p>
        </p:txBody>
      </p:sp>
      <p:sp>
        <p:nvSpPr>
          <p:cNvPr id="24" name="visual-54">
            <a:extLst>
              <a:ext uri="{FF2B5EF4-FFF2-40B4-BE49-F238E27FC236}">
                <a16:creationId xmlns:a16="http://schemas.microsoft.com/office/drawing/2014/main" id="{3CE3DA34-4E5D-402B-A554-A45F05C98F14}"/>
              </a:ext>
            </a:extLst>
          </p:cNvPr>
          <p:cNvSpPr>
            <a:spLocks noGrp="1"/>
          </p:cNvSpPr>
          <p:nvPr/>
        </p:nvSpPr>
        <p:spPr>
          <a:xfrm>
            <a:off x="10572750" y="4229100"/>
            <a:ext cx="19050" cy="228600"/>
          </a:xfrm>
          <a:prstGeom prst="rect">
            <a:avLst/>
          </a:prstGeom>
          <a:solidFill>
            <a:schemeClr val="accent2">
              <a:lumMod val="75000"/>
            </a:schemeClr>
          </a:solidFill>
          <a:ln w="0">
            <a:noFill/>
            <a:prstDash val="solid"/>
          </a:ln>
        </p:spPr>
      </p:sp>
      <p:sp>
        <p:nvSpPr>
          <p:cNvPr id="25" name="visual-55">
            <a:extLst>
              <a:ext uri="{FF2B5EF4-FFF2-40B4-BE49-F238E27FC236}">
                <a16:creationId xmlns:a16="http://schemas.microsoft.com/office/drawing/2014/main" id="{FEEBA0DA-30FB-4A5B-99C7-2B16768011B5}"/>
              </a:ext>
            </a:extLst>
          </p:cNvPr>
          <p:cNvSpPr>
            <a:spLocks noGrp="1"/>
          </p:cNvSpPr>
          <p:nvPr/>
        </p:nvSpPr>
        <p:spPr>
          <a:xfrm>
            <a:off x="9334500" y="4476750"/>
            <a:ext cx="2476500" cy="904875"/>
          </a:xfrm>
          <a:prstGeom prst="rect">
            <a:avLst/>
          </a:prstGeom>
          <a:solidFill>
            <a:srgbClr val="DDEBE7"/>
          </a:solidFill>
          <a:ln w="0">
            <a:noFill/>
            <a:prstDash val="solid"/>
          </a:ln>
        </p:spPr>
      </p:sp>
      <p:sp>
        <p:nvSpPr>
          <p:cNvPr id="26" name="visual-56">
            <a:extLst>
              <a:ext uri="{FF2B5EF4-FFF2-40B4-BE49-F238E27FC236}">
                <a16:creationId xmlns:a16="http://schemas.microsoft.com/office/drawing/2014/main" id="{E3817D4E-8D87-4E3D-BDB4-D4E18C7A0661}"/>
              </a:ext>
            </a:extLst>
          </p:cNvPr>
          <p:cNvSpPr>
            <a:spLocks noGrp="1"/>
          </p:cNvSpPr>
          <p:nvPr/>
        </p:nvSpPr>
        <p:spPr>
          <a:xfrm>
            <a:off x="9448800" y="4524375"/>
            <a:ext cx="2247900" cy="809625"/>
          </a:xfrm>
          <a:prstGeom prst="rect">
            <a:avLst/>
          </a:prstGeom>
          <a:noFill/>
          <a:ln w="0">
            <a:noFill/>
            <a:prstDash val="solid"/>
          </a:ln>
        </p:spPr>
        <p:txBody>
          <a:bodyPr lIns="0" tIns="0" rIns="0" bIns="0" anchor="ctr"/>
          <a:lstStyle>
            <a:defPPr algn="ctr">
              <a:defRPr sz="1950" b="1">
                <a:solidFill>
                  <a:srgbClr val="132F3B"/>
                </a:solidFill>
                <a:latin typeface="Arial"/>
                <a:ea typeface="Arial"/>
                <a:cs typeface="Arial"/>
              </a:defRPr>
            </a:defPPr>
            <a:lvl1pPr algn="ctr">
              <a:defRPr sz="1950" b="1">
                <a:solidFill>
                  <a:srgbClr val="132F3B"/>
                </a:solidFill>
                <a:latin typeface="Arial"/>
                <a:ea typeface="Arial"/>
                <a:cs typeface="Arial"/>
              </a:defRPr>
            </a:lvl1pPr>
            <a:lvl2pPr algn="ctr">
              <a:defRPr sz="1950" b="1">
                <a:solidFill>
                  <a:srgbClr val="132F3B"/>
                </a:solidFill>
                <a:latin typeface="Arial"/>
                <a:ea typeface="Arial"/>
                <a:cs typeface="Arial"/>
              </a:defRPr>
            </a:lvl2pPr>
            <a:lvl3pPr algn="ctr">
              <a:defRPr sz="1950" b="1">
                <a:solidFill>
                  <a:srgbClr val="132F3B"/>
                </a:solidFill>
                <a:latin typeface="Arial"/>
                <a:ea typeface="Arial"/>
                <a:cs typeface="Arial"/>
              </a:defRPr>
            </a:lvl3pPr>
            <a:lvl4pPr algn="ctr">
              <a:defRPr sz="1950" b="1">
                <a:solidFill>
                  <a:srgbClr val="132F3B"/>
                </a:solidFill>
                <a:latin typeface="Arial"/>
                <a:ea typeface="Arial"/>
                <a:cs typeface="Arial"/>
              </a:defRPr>
            </a:lvl4pPr>
            <a:lvl5pPr algn="ctr">
              <a:defRPr sz="1950" b="1">
                <a:solidFill>
                  <a:srgbClr val="132F3B"/>
                </a:solidFill>
                <a:latin typeface="Arial"/>
                <a:ea typeface="Arial"/>
                <a:cs typeface="Arial"/>
              </a:defRPr>
            </a:lvl5pPr>
            <a:lvl6pPr algn="ctr">
              <a:defRPr sz="1950" b="1">
                <a:solidFill>
                  <a:srgbClr val="132F3B"/>
                </a:solidFill>
                <a:latin typeface="Arial"/>
                <a:ea typeface="Arial"/>
                <a:cs typeface="Arial"/>
              </a:defRPr>
            </a:lvl6pPr>
            <a:lvl7pPr algn="ctr">
              <a:defRPr sz="1950" b="1">
                <a:solidFill>
                  <a:srgbClr val="132F3B"/>
                </a:solidFill>
                <a:latin typeface="Arial"/>
                <a:ea typeface="Arial"/>
                <a:cs typeface="Arial"/>
              </a:defRPr>
            </a:lvl7pPr>
            <a:lvl8pPr algn="ctr">
              <a:defRPr sz="1950" b="1">
                <a:solidFill>
                  <a:srgbClr val="132F3B"/>
                </a:solidFill>
                <a:latin typeface="Arial"/>
                <a:ea typeface="Arial"/>
                <a:cs typeface="Arial"/>
              </a:defRPr>
            </a:lvl8pPr>
            <a:lvl9pPr algn="ctr">
              <a:defRPr sz="1950" b="1">
                <a:solidFill>
                  <a:srgbClr val="132F3B"/>
                </a:solidFill>
                <a:latin typeface="Arial"/>
                <a:ea typeface="Arial"/>
                <a:cs typeface="Arial"/>
              </a:defRPr>
            </a:lvl9pPr>
          </a:lstStyle>
          <a:p>
            <a:pPr algn="ctr">
              <a:defRPr sz="1950" b="1">
                <a:solidFill>
                  <a:srgbClr val="132F3B"/>
                </a:solidFill>
                <a:latin typeface="Arial"/>
                <a:ea typeface="Arial"/>
                <a:cs typeface="Arial"/>
              </a:defRPr>
            </a:pPr>
            <a:r>
              <a:rPr sz="1950" b="1">
                <a:solidFill>
                  <a:srgbClr val="132F3B"/>
                </a:solidFill>
                <a:latin typeface="Arial"/>
                <a:ea typeface="Arial"/>
                <a:cs typeface="Arial"/>
              </a:rPr>
              <a:t>Commercial and</a:t>
            </a:r>
          </a:p>
          <a:p>
            <a:pPr algn="ctr">
              <a:defRPr sz="1950" b="1">
                <a:solidFill>
                  <a:srgbClr val="132F3B"/>
                </a:solidFill>
                <a:latin typeface="Arial"/>
                <a:ea typeface="Arial"/>
                <a:cs typeface="Arial"/>
              </a:defRPr>
            </a:pPr>
            <a:r>
              <a:rPr sz="1950" b="1">
                <a:solidFill>
                  <a:srgbClr val="132F3B"/>
                </a:solidFill>
                <a:latin typeface="Arial"/>
                <a:ea typeface="Arial"/>
                <a:cs typeface="Arial"/>
              </a:rPr>
              <a:t>data access</a:t>
            </a:r>
          </a:p>
        </p:txBody>
      </p:sp>
    </p:spTree>
    <p:extLst>
      <p:ext uri="{BB962C8B-B14F-4D97-AF65-F5344CB8AC3E}">
        <p14:creationId xmlns:p14="http://schemas.microsoft.com/office/powerpoint/2010/main" val="442219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visual-57">
            <a:extLst>
              <a:ext uri="{FF2B5EF4-FFF2-40B4-BE49-F238E27FC236}">
                <a16:creationId xmlns:a16="http://schemas.microsoft.com/office/drawing/2014/main" id="{D5B4360A-6CA0-4DDD-AB4D-DA2CC32AB783}"/>
              </a:ext>
            </a:extLst>
          </p:cNvPr>
          <p:cNvSpPr>
            <a:spLocks noGrp="1"/>
          </p:cNvSpPr>
          <p:nvPr/>
        </p:nvSpPr>
        <p:spPr>
          <a:xfrm>
            <a:off x="0" y="0"/>
            <a:ext cx="133350" cy="6858000"/>
          </a:xfrm>
          <a:prstGeom prst="rect">
            <a:avLst/>
          </a:prstGeom>
          <a:solidFill>
            <a:schemeClr val="tx2">
              <a:lumMod val="75000"/>
            </a:schemeClr>
          </a:solidFill>
          <a:ln w="0">
            <a:noFill/>
            <a:prstDash val="solid"/>
          </a:ln>
        </p:spPr>
      </p:sp>
      <p:sp>
        <p:nvSpPr>
          <p:cNvPr id="2" name="visual-58">
            <a:extLst>
              <a:ext uri="{FF2B5EF4-FFF2-40B4-BE49-F238E27FC236}">
                <a16:creationId xmlns:a16="http://schemas.microsoft.com/office/drawing/2014/main" id="{98AB53F9-A870-489F-9E73-A94D679D18B3}"/>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132F3B"/>
                </a:solidFill>
                <a:latin typeface="Arial"/>
                <a:ea typeface="Arial"/>
                <a:cs typeface="Arial"/>
              </a:defRPr>
            </a:defPPr>
            <a:lvl1pPr algn="l">
              <a:defRPr sz="3300" b="1">
                <a:solidFill>
                  <a:srgbClr val="132F3B"/>
                </a:solidFill>
                <a:latin typeface="Arial"/>
                <a:ea typeface="Arial"/>
                <a:cs typeface="Arial"/>
              </a:defRPr>
            </a:lvl1pPr>
            <a:lvl2pPr algn="l">
              <a:defRPr sz="3300" b="1">
                <a:solidFill>
                  <a:srgbClr val="132F3B"/>
                </a:solidFill>
                <a:latin typeface="Arial"/>
                <a:ea typeface="Arial"/>
                <a:cs typeface="Arial"/>
              </a:defRPr>
            </a:lvl2pPr>
            <a:lvl3pPr algn="l">
              <a:defRPr sz="3300" b="1">
                <a:solidFill>
                  <a:srgbClr val="132F3B"/>
                </a:solidFill>
                <a:latin typeface="Arial"/>
                <a:ea typeface="Arial"/>
                <a:cs typeface="Arial"/>
              </a:defRPr>
            </a:lvl3pPr>
            <a:lvl4pPr algn="l">
              <a:defRPr sz="3300" b="1">
                <a:solidFill>
                  <a:srgbClr val="132F3B"/>
                </a:solidFill>
                <a:latin typeface="Arial"/>
                <a:ea typeface="Arial"/>
                <a:cs typeface="Arial"/>
              </a:defRPr>
            </a:lvl4pPr>
            <a:lvl5pPr algn="l">
              <a:defRPr sz="3300" b="1">
                <a:solidFill>
                  <a:srgbClr val="132F3B"/>
                </a:solidFill>
                <a:latin typeface="Arial"/>
                <a:ea typeface="Arial"/>
                <a:cs typeface="Arial"/>
              </a:defRPr>
            </a:lvl5pPr>
            <a:lvl6pPr algn="l">
              <a:defRPr sz="3300" b="1">
                <a:solidFill>
                  <a:srgbClr val="132F3B"/>
                </a:solidFill>
                <a:latin typeface="Arial"/>
                <a:ea typeface="Arial"/>
                <a:cs typeface="Arial"/>
              </a:defRPr>
            </a:lvl6pPr>
            <a:lvl7pPr algn="l">
              <a:defRPr sz="3300" b="1">
                <a:solidFill>
                  <a:srgbClr val="132F3B"/>
                </a:solidFill>
                <a:latin typeface="Arial"/>
                <a:ea typeface="Arial"/>
                <a:cs typeface="Arial"/>
              </a:defRPr>
            </a:lvl7pPr>
            <a:lvl8pPr algn="l">
              <a:defRPr sz="3300" b="1">
                <a:solidFill>
                  <a:srgbClr val="132F3B"/>
                </a:solidFill>
                <a:latin typeface="Arial"/>
                <a:ea typeface="Arial"/>
                <a:cs typeface="Arial"/>
              </a:defRPr>
            </a:lvl8pPr>
            <a:lvl9pPr algn="l">
              <a:defRPr sz="3300" b="1">
                <a:solidFill>
                  <a:srgbClr val="132F3B"/>
                </a:solidFill>
                <a:latin typeface="Arial"/>
                <a:ea typeface="Arial"/>
                <a:cs typeface="Arial"/>
              </a:defRPr>
            </a:lvl9pPr>
          </a:lstStyle>
          <a:p>
            <a:pPr algn="l">
              <a:defRPr sz="3300" b="1">
                <a:solidFill>
                  <a:srgbClr val="132F3B"/>
                </a:solidFill>
                <a:latin typeface="Arial"/>
                <a:ea typeface="Arial"/>
                <a:cs typeface="Arial"/>
              </a:defRPr>
            </a:pPr>
            <a:r>
              <a:rPr sz="3300" b="1">
                <a:solidFill>
                  <a:srgbClr val="132F3B"/>
                </a:solidFill>
                <a:latin typeface="Arial"/>
                <a:ea typeface="Arial"/>
                <a:cs typeface="Arial"/>
              </a:rPr>
              <a:t>Recommended structure for the pilot</a:t>
            </a:r>
          </a:p>
        </p:txBody>
      </p:sp>
      <p:sp>
        <p:nvSpPr>
          <p:cNvPr id="3" name="visual-59">
            <a:extLst>
              <a:ext uri="{FF2B5EF4-FFF2-40B4-BE49-F238E27FC236}">
                <a16:creationId xmlns:a16="http://schemas.microsoft.com/office/drawing/2014/main" id="{911AC5AC-5F92-444E-8B4E-6295C9854464}"/>
              </a:ext>
            </a:extLst>
          </p:cNvPr>
          <p:cNvSpPr>
            <a:spLocks noGrp="1"/>
          </p:cNvSpPr>
          <p:nvPr/>
        </p:nvSpPr>
        <p:spPr>
          <a:xfrm>
            <a:off x="571500" y="1304925"/>
            <a:ext cx="11001375" cy="495300"/>
          </a:xfrm>
          <a:prstGeom prst="rect">
            <a:avLst/>
          </a:prstGeom>
          <a:noFill/>
          <a:ln w="0">
            <a:noFill/>
            <a:prstDash val="solid"/>
          </a:ln>
        </p:spPr>
        <p:txBody>
          <a:bodyPr lIns="0" tIns="0" rIns="0" bIns="0" anchor="ctr"/>
          <a:lstStyle>
            <a:defPPr algn="l">
              <a:defRPr sz="1800" b="0">
                <a:solidFill>
                  <a:srgbClr val="526770"/>
                </a:solidFill>
                <a:latin typeface="Arial"/>
                <a:ea typeface="Arial"/>
                <a:cs typeface="Arial"/>
              </a:defRPr>
            </a:defPPr>
            <a:lvl1pPr algn="l">
              <a:defRPr sz="1800" b="0">
                <a:solidFill>
                  <a:srgbClr val="526770"/>
                </a:solidFill>
                <a:latin typeface="Arial"/>
                <a:ea typeface="Arial"/>
                <a:cs typeface="Arial"/>
              </a:defRPr>
            </a:lvl1pPr>
            <a:lvl2pPr algn="l">
              <a:defRPr sz="1800" b="0">
                <a:solidFill>
                  <a:srgbClr val="526770"/>
                </a:solidFill>
                <a:latin typeface="Arial"/>
                <a:ea typeface="Arial"/>
                <a:cs typeface="Arial"/>
              </a:defRPr>
            </a:lvl2pPr>
            <a:lvl3pPr algn="l">
              <a:defRPr sz="1800" b="0">
                <a:solidFill>
                  <a:srgbClr val="526770"/>
                </a:solidFill>
                <a:latin typeface="Arial"/>
                <a:ea typeface="Arial"/>
                <a:cs typeface="Arial"/>
              </a:defRPr>
            </a:lvl3pPr>
            <a:lvl4pPr algn="l">
              <a:defRPr sz="1800" b="0">
                <a:solidFill>
                  <a:srgbClr val="526770"/>
                </a:solidFill>
                <a:latin typeface="Arial"/>
                <a:ea typeface="Arial"/>
                <a:cs typeface="Arial"/>
              </a:defRPr>
            </a:lvl4pPr>
            <a:lvl5pPr algn="l">
              <a:defRPr sz="1800" b="0">
                <a:solidFill>
                  <a:srgbClr val="526770"/>
                </a:solidFill>
                <a:latin typeface="Arial"/>
                <a:ea typeface="Arial"/>
                <a:cs typeface="Arial"/>
              </a:defRPr>
            </a:lvl5pPr>
            <a:lvl6pPr algn="l">
              <a:defRPr sz="1800" b="0">
                <a:solidFill>
                  <a:srgbClr val="526770"/>
                </a:solidFill>
                <a:latin typeface="Arial"/>
                <a:ea typeface="Arial"/>
                <a:cs typeface="Arial"/>
              </a:defRPr>
            </a:lvl6pPr>
            <a:lvl7pPr algn="l">
              <a:defRPr sz="1800" b="0">
                <a:solidFill>
                  <a:srgbClr val="526770"/>
                </a:solidFill>
                <a:latin typeface="Arial"/>
                <a:ea typeface="Arial"/>
                <a:cs typeface="Arial"/>
              </a:defRPr>
            </a:lvl7pPr>
            <a:lvl8pPr algn="l">
              <a:defRPr sz="1800" b="0">
                <a:solidFill>
                  <a:srgbClr val="526770"/>
                </a:solidFill>
                <a:latin typeface="Arial"/>
                <a:ea typeface="Arial"/>
                <a:cs typeface="Arial"/>
              </a:defRPr>
            </a:lvl8pPr>
            <a:lvl9pPr algn="l">
              <a:defRPr sz="1800" b="0">
                <a:solidFill>
                  <a:srgbClr val="526770"/>
                </a:solidFill>
                <a:latin typeface="Arial"/>
                <a:ea typeface="Arial"/>
                <a:cs typeface="Arial"/>
              </a:defRPr>
            </a:lvl9pPr>
          </a:lstStyle>
          <a:p>
            <a:pPr algn="l">
              <a:defRPr sz="1800" b="0">
                <a:solidFill>
                  <a:srgbClr val="526770"/>
                </a:solidFill>
                <a:latin typeface="Arial"/>
                <a:ea typeface="Arial"/>
                <a:cs typeface="Arial"/>
              </a:defRPr>
            </a:pPr>
            <a:r>
              <a:rPr sz="1800" b="0">
                <a:solidFill>
                  <a:srgbClr val="526770"/>
                </a:solidFill>
                <a:latin typeface="Arial"/>
                <a:ea typeface="Arial"/>
                <a:cs typeface="Arial"/>
              </a:rPr>
              <a:t>Proposed hybrid: functional service control with cross-functional product squads</a:t>
            </a:r>
          </a:p>
        </p:txBody>
      </p:sp>
      <p:sp>
        <p:nvSpPr>
          <p:cNvPr id="4" name="visual-60">
            <a:extLst>
              <a:ext uri="{FF2B5EF4-FFF2-40B4-BE49-F238E27FC236}">
                <a16:creationId xmlns:a16="http://schemas.microsoft.com/office/drawing/2014/main" id="{8BBA918F-4E65-4575-AE68-E98E48BA73B3}"/>
              </a:ext>
            </a:extLst>
          </p:cNvPr>
          <p:cNvSpPr>
            <a:spLocks noGrp="1"/>
          </p:cNvSpPr>
          <p:nvPr/>
        </p:nvSpPr>
        <p:spPr>
          <a:xfrm>
            <a:off x="571500" y="5772150"/>
            <a:ext cx="11001375" cy="19050"/>
          </a:xfrm>
          <a:prstGeom prst="rect">
            <a:avLst/>
          </a:prstGeom>
          <a:solidFill>
            <a:srgbClr val="C6D3D2"/>
          </a:solidFill>
          <a:ln w="0">
            <a:noFill/>
            <a:prstDash val="solid"/>
          </a:ln>
        </p:spPr>
      </p:sp>
      <p:sp>
        <p:nvSpPr>
          <p:cNvPr id="5" name="visual-61">
            <a:extLst>
              <a:ext uri="{FF2B5EF4-FFF2-40B4-BE49-F238E27FC236}">
                <a16:creationId xmlns:a16="http://schemas.microsoft.com/office/drawing/2014/main" id="{0A45C056-539A-4136-8840-F6691F07320C}"/>
              </a:ext>
            </a:extLst>
          </p:cNvPr>
          <p:cNvSpPr>
            <a:spLocks noGrp="1"/>
          </p:cNvSpPr>
          <p:nvPr/>
        </p:nvSpPr>
        <p:spPr>
          <a:xfrm>
            <a:off x="571500" y="5895975"/>
            <a:ext cx="11001375" cy="485775"/>
          </a:xfrm>
          <a:prstGeom prst="rect">
            <a:avLst/>
          </a:prstGeom>
          <a:noFill/>
          <a:ln w="0">
            <a:noFill/>
            <a:prstDash val="solid"/>
          </a:ln>
        </p:spPr>
        <p:txBody>
          <a:bodyPr lIns="0" tIns="0" rIns="0" bIns="0" anchor="ctr"/>
          <a:lstStyle>
            <a:defPPr algn="l">
              <a:defRPr sz="1950" b="1">
                <a:solidFill>
                  <a:srgbClr val="147D80"/>
                </a:solidFill>
                <a:latin typeface="Arial"/>
                <a:ea typeface="Arial"/>
                <a:cs typeface="Arial"/>
              </a:defRPr>
            </a:defPPr>
            <a:lvl1pPr algn="l">
              <a:defRPr sz="1950" b="1">
                <a:solidFill>
                  <a:srgbClr val="147D80"/>
                </a:solidFill>
                <a:latin typeface="Arial"/>
                <a:ea typeface="Arial"/>
                <a:cs typeface="Arial"/>
              </a:defRPr>
            </a:lvl1pPr>
            <a:lvl2pPr algn="l">
              <a:defRPr sz="1950" b="1">
                <a:solidFill>
                  <a:srgbClr val="147D80"/>
                </a:solidFill>
                <a:latin typeface="Arial"/>
                <a:ea typeface="Arial"/>
                <a:cs typeface="Arial"/>
              </a:defRPr>
            </a:lvl2pPr>
            <a:lvl3pPr algn="l">
              <a:defRPr sz="1950" b="1">
                <a:solidFill>
                  <a:srgbClr val="147D80"/>
                </a:solidFill>
                <a:latin typeface="Arial"/>
                <a:ea typeface="Arial"/>
                <a:cs typeface="Arial"/>
              </a:defRPr>
            </a:lvl3pPr>
            <a:lvl4pPr algn="l">
              <a:defRPr sz="1950" b="1">
                <a:solidFill>
                  <a:srgbClr val="147D80"/>
                </a:solidFill>
                <a:latin typeface="Arial"/>
                <a:ea typeface="Arial"/>
                <a:cs typeface="Arial"/>
              </a:defRPr>
            </a:lvl4pPr>
            <a:lvl5pPr algn="l">
              <a:defRPr sz="1950" b="1">
                <a:solidFill>
                  <a:srgbClr val="147D80"/>
                </a:solidFill>
                <a:latin typeface="Arial"/>
                <a:ea typeface="Arial"/>
                <a:cs typeface="Arial"/>
              </a:defRPr>
            </a:lvl5pPr>
            <a:lvl6pPr algn="l">
              <a:defRPr sz="1950" b="1">
                <a:solidFill>
                  <a:srgbClr val="147D80"/>
                </a:solidFill>
                <a:latin typeface="Arial"/>
                <a:ea typeface="Arial"/>
                <a:cs typeface="Arial"/>
              </a:defRPr>
            </a:lvl6pPr>
            <a:lvl7pPr algn="l">
              <a:defRPr sz="1950" b="1">
                <a:solidFill>
                  <a:srgbClr val="147D80"/>
                </a:solidFill>
                <a:latin typeface="Arial"/>
                <a:ea typeface="Arial"/>
                <a:cs typeface="Arial"/>
              </a:defRPr>
            </a:lvl7pPr>
            <a:lvl8pPr algn="l">
              <a:defRPr sz="1950" b="1">
                <a:solidFill>
                  <a:srgbClr val="147D80"/>
                </a:solidFill>
                <a:latin typeface="Arial"/>
                <a:ea typeface="Arial"/>
                <a:cs typeface="Arial"/>
              </a:defRPr>
            </a:lvl8pPr>
            <a:lvl9pPr algn="l">
              <a:defRPr sz="1950" b="1">
                <a:solidFill>
                  <a:srgbClr val="147D80"/>
                </a:solidFill>
                <a:latin typeface="Arial"/>
                <a:ea typeface="Arial"/>
                <a:cs typeface="Arial"/>
              </a:defRPr>
            </a:lvl9pPr>
          </a:lstStyle>
          <a:p>
            <a:pPr algn="l">
              <a:defRPr sz="1950" b="1">
                <a:solidFill>
                  <a:srgbClr val="147D80"/>
                </a:solidFill>
                <a:latin typeface="Arial"/>
                <a:ea typeface="Arial"/>
                <a:cs typeface="Arial"/>
              </a:defRPr>
            </a:pPr>
            <a:r>
              <a:rPr sz="1950" b="1" dirty="0">
                <a:solidFill>
                  <a:schemeClr val="bg2">
                    <a:lumMod val="25000"/>
                  </a:schemeClr>
                </a:solidFill>
                <a:latin typeface="Arial"/>
                <a:ea typeface="Arial"/>
                <a:cs typeface="Arial"/>
              </a:rPr>
              <a:t>Squads gain bounded decisions. Service and specialist owners retain controls.</a:t>
            </a:r>
          </a:p>
        </p:txBody>
      </p:sp>
      <p:sp>
        <p:nvSpPr>
          <p:cNvPr id="6" name="visual-62">
            <a:extLst>
              <a:ext uri="{FF2B5EF4-FFF2-40B4-BE49-F238E27FC236}">
                <a16:creationId xmlns:a16="http://schemas.microsoft.com/office/drawing/2014/main" id="{13148978-0F49-4304-80C0-2BCB01E7F2B9}"/>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526770"/>
                </a:solidFill>
                <a:latin typeface="Arial"/>
                <a:ea typeface="Arial"/>
                <a:cs typeface="Arial"/>
              </a:defRPr>
            </a:defPPr>
            <a:lvl1pPr algn="r">
              <a:defRPr sz="1200" b="0">
                <a:solidFill>
                  <a:srgbClr val="526770"/>
                </a:solidFill>
                <a:latin typeface="Arial"/>
                <a:ea typeface="Arial"/>
                <a:cs typeface="Arial"/>
              </a:defRPr>
            </a:lvl1pPr>
            <a:lvl2pPr algn="r">
              <a:defRPr sz="1200" b="0">
                <a:solidFill>
                  <a:srgbClr val="526770"/>
                </a:solidFill>
                <a:latin typeface="Arial"/>
                <a:ea typeface="Arial"/>
                <a:cs typeface="Arial"/>
              </a:defRPr>
            </a:lvl2pPr>
            <a:lvl3pPr algn="r">
              <a:defRPr sz="1200" b="0">
                <a:solidFill>
                  <a:srgbClr val="526770"/>
                </a:solidFill>
                <a:latin typeface="Arial"/>
                <a:ea typeface="Arial"/>
                <a:cs typeface="Arial"/>
              </a:defRPr>
            </a:lvl3pPr>
            <a:lvl4pPr algn="r">
              <a:defRPr sz="1200" b="0">
                <a:solidFill>
                  <a:srgbClr val="526770"/>
                </a:solidFill>
                <a:latin typeface="Arial"/>
                <a:ea typeface="Arial"/>
                <a:cs typeface="Arial"/>
              </a:defRPr>
            </a:lvl4pPr>
            <a:lvl5pPr algn="r">
              <a:defRPr sz="1200" b="0">
                <a:solidFill>
                  <a:srgbClr val="526770"/>
                </a:solidFill>
                <a:latin typeface="Arial"/>
                <a:ea typeface="Arial"/>
                <a:cs typeface="Arial"/>
              </a:defRPr>
            </a:lvl5pPr>
            <a:lvl6pPr algn="r">
              <a:defRPr sz="1200" b="0">
                <a:solidFill>
                  <a:srgbClr val="526770"/>
                </a:solidFill>
                <a:latin typeface="Arial"/>
                <a:ea typeface="Arial"/>
                <a:cs typeface="Arial"/>
              </a:defRPr>
            </a:lvl6pPr>
            <a:lvl7pPr algn="r">
              <a:defRPr sz="1200" b="0">
                <a:solidFill>
                  <a:srgbClr val="526770"/>
                </a:solidFill>
                <a:latin typeface="Arial"/>
                <a:ea typeface="Arial"/>
                <a:cs typeface="Arial"/>
              </a:defRPr>
            </a:lvl7pPr>
            <a:lvl8pPr algn="r">
              <a:defRPr sz="1200" b="0">
                <a:solidFill>
                  <a:srgbClr val="526770"/>
                </a:solidFill>
                <a:latin typeface="Arial"/>
                <a:ea typeface="Arial"/>
                <a:cs typeface="Arial"/>
              </a:defRPr>
            </a:lvl8pPr>
            <a:lvl9pPr algn="r">
              <a:defRPr sz="1200" b="0">
                <a:solidFill>
                  <a:srgbClr val="526770"/>
                </a:solidFill>
                <a:latin typeface="Arial"/>
                <a:ea typeface="Arial"/>
                <a:cs typeface="Arial"/>
              </a:defRPr>
            </a:lvl9pPr>
          </a:lstStyle>
          <a:p>
            <a:pPr algn="r">
              <a:defRPr sz="1200" b="0">
                <a:solidFill>
                  <a:srgbClr val="526770"/>
                </a:solidFill>
                <a:latin typeface="Arial"/>
                <a:ea typeface="Arial"/>
                <a:cs typeface="Arial"/>
              </a:defRPr>
            </a:pPr>
            <a:r>
              <a:rPr sz="1200" b="0" dirty="0">
                <a:solidFill>
                  <a:srgbClr val="526770"/>
                </a:solidFill>
                <a:latin typeface="Arial"/>
                <a:ea typeface="Arial"/>
                <a:cs typeface="Arial"/>
              </a:rPr>
              <a:t>   04 / 17</a:t>
            </a:r>
          </a:p>
        </p:txBody>
      </p:sp>
      <p:sp>
        <p:nvSpPr>
          <p:cNvPr id="7" name="visual-63">
            <a:extLst>
              <a:ext uri="{FF2B5EF4-FFF2-40B4-BE49-F238E27FC236}">
                <a16:creationId xmlns:a16="http://schemas.microsoft.com/office/drawing/2014/main" id="{3794E15B-A005-4625-8A3E-6ED50E5AAD59}"/>
              </a:ext>
            </a:extLst>
          </p:cNvPr>
          <p:cNvSpPr>
            <a:spLocks noGrp="1"/>
          </p:cNvSpPr>
          <p:nvPr/>
        </p:nvSpPr>
        <p:spPr>
          <a:xfrm>
            <a:off x="3238500" y="1914525"/>
            <a:ext cx="5715000" cy="495300"/>
          </a:xfrm>
          <a:prstGeom prst="rect">
            <a:avLst/>
          </a:prstGeom>
          <a:solidFill>
            <a:srgbClr val="132F3B"/>
          </a:solidFill>
          <a:ln w="0">
            <a:noFill/>
            <a:prstDash val="solid"/>
          </a:ln>
        </p:spPr>
      </p:sp>
      <p:sp>
        <p:nvSpPr>
          <p:cNvPr id="8" name="visual-64">
            <a:extLst>
              <a:ext uri="{FF2B5EF4-FFF2-40B4-BE49-F238E27FC236}">
                <a16:creationId xmlns:a16="http://schemas.microsoft.com/office/drawing/2014/main" id="{BBFA5278-BA7B-43EB-9C93-F5EAFE93814D}"/>
              </a:ext>
            </a:extLst>
          </p:cNvPr>
          <p:cNvSpPr>
            <a:spLocks noGrp="1"/>
          </p:cNvSpPr>
          <p:nvPr/>
        </p:nvSpPr>
        <p:spPr>
          <a:xfrm>
            <a:off x="3352800" y="1962150"/>
            <a:ext cx="5486400" cy="400050"/>
          </a:xfrm>
          <a:prstGeom prst="rect">
            <a:avLst/>
          </a:prstGeom>
          <a:noFill/>
          <a:ln w="0">
            <a:noFill/>
            <a:prstDash val="solid"/>
          </a:ln>
        </p:spPr>
        <p:txBody>
          <a:bodyPr lIns="0" tIns="0" rIns="0" bIns="0" anchor="ctr"/>
          <a:lstStyle>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a:pPr algn="ctr">
              <a:defRPr sz="1950" b="1">
                <a:solidFill>
                  <a:srgbClr val="FFFFFF"/>
                </a:solidFill>
                <a:latin typeface="Arial"/>
                <a:ea typeface="Arial"/>
                <a:cs typeface="Arial"/>
              </a:defRPr>
            </a:pPr>
            <a:r>
              <a:rPr sz="1950" b="1">
                <a:solidFill>
                  <a:srgbClr val="FFFFFF"/>
                </a:solidFill>
                <a:latin typeface="Arial"/>
                <a:ea typeface="Arial"/>
                <a:cs typeface="Arial"/>
              </a:rPr>
              <a:t>HQ and regions  /  retained rights</a:t>
            </a:r>
          </a:p>
        </p:txBody>
      </p:sp>
      <p:sp>
        <p:nvSpPr>
          <p:cNvPr id="9" name="visual-65">
            <a:extLst>
              <a:ext uri="{FF2B5EF4-FFF2-40B4-BE49-F238E27FC236}">
                <a16:creationId xmlns:a16="http://schemas.microsoft.com/office/drawing/2014/main" id="{1C9B668A-13CF-444C-86F4-4B92DFA8D458}"/>
              </a:ext>
            </a:extLst>
          </p:cNvPr>
          <p:cNvSpPr>
            <a:spLocks noGrp="1"/>
          </p:cNvSpPr>
          <p:nvPr/>
        </p:nvSpPr>
        <p:spPr>
          <a:xfrm>
            <a:off x="3238500" y="2457450"/>
            <a:ext cx="5715000" cy="304800"/>
          </a:xfrm>
          <a:prstGeom prst="rect">
            <a:avLst/>
          </a:prstGeom>
          <a:noFill/>
          <a:ln w="0">
            <a:noFill/>
            <a:prstDash val="solid"/>
          </a:ln>
        </p:spPr>
        <p:txBody>
          <a:bodyPr lIns="0" tIns="0" rIns="0" bIns="0" anchor="ctr"/>
          <a:lstStyle>
            <a:defPPr algn="ctr">
              <a:defRPr sz="1725" b="0">
                <a:solidFill>
                  <a:srgbClr val="D15D43"/>
                </a:solidFill>
                <a:latin typeface="Arial"/>
                <a:ea typeface="Arial"/>
                <a:cs typeface="Arial"/>
              </a:defRPr>
            </a:defPPr>
            <a:lvl1pPr algn="ctr">
              <a:defRPr sz="1725" b="0">
                <a:solidFill>
                  <a:srgbClr val="D15D43"/>
                </a:solidFill>
                <a:latin typeface="Arial"/>
                <a:ea typeface="Arial"/>
                <a:cs typeface="Arial"/>
              </a:defRPr>
            </a:lvl1pPr>
            <a:lvl2pPr algn="ctr">
              <a:defRPr sz="1725" b="0">
                <a:solidFill>
                  <a:srgbClr val="D15D43"/>
                </a:solidFill>
                <a:latin typeface="Arial"/>
                <a:ea typeface="Arial"/>
                <a:cs typeface="Arial"/>
              </a:defRPr>
            </a:lvl2pPr>
            <a:lvl3pPr algn="ctr">
              <a:defRPr sz="1725" b="0">
                <a:solidFill>
                  <a:srgbClr val="D15D43"/>
                </a:solidFill>
                <a:latin typeface="Arial"/>
                <a:ea typeface="Arial"/>
                <a:cs typeface="Arial"/>
              </a:defRPr>
            </a:lvl3pPr>
            <a:lvl4pPr algn="ctr">
              <a:defRPr sz="1725" b="0">
                <a:solidFill>
                  <a:srgbClr val="D15D43"/>
                </a:solidFill>
                <a:latin typeface="Arial"/>
                <a:ea typeface="Arial"/>
                <a:cs typeface="Arial"/>
              </a:defRPr>
            </a:lvl4pPr>
            <a:lvl5pPr algn="ctr">
              <a:defRPr sz="1725" b="0">
                <a:solidFill>
                  <a:srgbClr val="D15D43"/>
                </a:solidFill>
                <a:latin typeface="Arial"/>
                <a:ea typeface="Arial"/>
                <a:cs typeface="Arial"/>
              </a:defRPr>
            </a:lvl5pPr>
            <a:lvl6pPr algn="ctr">
              <a:defRPr sz="1725" b="0">
                <a:solidFill>
                  <a:srgbClr val="D15D43"/>
                </a:solidFill>
                <a:latin typeface="Arial"/>
                <a:ea typeface="Arial"/>
                <a:cs typeface="Arial"/>
              </a:defRPr>
            </a:lvl6pPr>
            <a:lvl7pPr algn="ctr">
              <a:defRPr sz="1725" b="0">
                <a:solidFill>
                  <a:srgbClr val="D15D43"/>
                </a:solidFill>
                <a:latin typeface="Arial"/>
                <a:ea typeface="Arial"/>
                <a:cs typeface="Arial"/>
              </a:defRPr>
            </a:lvl7pPr>
            <a:lvl8pPr algn="ctr">
              <a:defRPr sz="1725" b="0">
                <a:solidFill>
                  <a:srgbClr val="D15D43"/>
                </a:solidFill>
                <a:latin typeface="Arial"/>
                <a:ea typeface="Arial"/>
                <a:cs typeface="Arial"/>
              </a:defRPr>
            </a:lvl8pPr>
            <a:lvl9pPr algn="ctr">
              <a:defRPr sz="1725" b="0">
                <a:solidFill>
                  <a:srgbClr val="D15D43"/>
                </a:solidFill>
                <a:latin typeface="Arial"/>
                <a:ea typeface="Arial"/>
                <a:cs typeface="Arial"/>
              </a:defRPr>
            </a:lvl9pPr>
          </a:lstStyle>
          <a:p>
            <a:pPr algn="ctr">
              <a:defRPr sz="1725" b="0">
                <a:solidFill>
                  <a:srgbClr val="D15D43"/>
                </a:solidFill>
                <a:latin typeface="Arial"/>
                <a:ea typeface="Arial"/>
                <a:cs typeface="Arial"/>
              </a:defRPr>
            </a:pPr>
            <a:r>
              <a:rPr sz="1725" b="1" dirty="0">
                <a:solidFill>
                  <a:schemeClr val="bg2">
                    <a:lumMod val="25000"/>
                  </a:schemeClr>
                </a:solidFill>
                <a:latin typeface="Arial"/>
                <a:ea typeface="Arial"/>
                <a:cs typeface="Arial"/>
              </a:rPr>
              <a:t>Price, consent and major architecture</a:t>
            </a:r>
          </a:p>
        </p:txBody>
      </p:sp>
      <p:sp>
        <p:nvSpPr>
          <p:cNvPr id="10" name="visual-66">
            <a:extLst>
              <a:ext uri="{FF2B5EF4-FFF2-40B4-BE49-F238E27FC236}">
                <a16:creationId xmlns:a16="http://schemas.microsoft.com/office/drawing/2014/main" id="{278A611D-E949-44EE-8B62-DA47BE0398E7}"/>
              </a:ext>
            </a:extLst>
          </p:cNvPr>
          <p:cNvSpPr>
            <a:spLocks noGrp="1"/>
          </p:cNvSpPr>
          <p:nvPr/>
        </p:nvSpPr>
        <p:spPr>
          <a:xfrm>
            <a:off x="6086475" y="2819400"/>
            <a:ext cx="19050" cy="180975"/>
          </a:xfrm>
          <a:prstGeom prst="rect">
            <a:avLst/>
          </a:prstGeom>
          <a:solidFill>
            <a:schemeClr val="accent2">
              <a:lumMod val="75000"/>
            </a:schemeClr>
          </a:solidFill>
          <a:ln w="0">
            <a:noFill/>
            <a:prstDash val="solid"/>
          </a:ln>
        </p:spPr>
      </p:sp>
      <p:sp>
        <p:nvSpPr>
          <p:cNvPr id="11" name="visual-67">
            <a:extLst>
              <a:ext uri="{FF2B5EF4-FFF2-40B4-BE49-F238E27FC236}">
                <a16:creationId xmlns:a16="http://schemas.microsoft.com/office/drawing/2014/main" id="{4576A4D9-F1A3-4B78-9608-BA4BC659F392}"/>
              </a:ext>
            </a:extLst>
          </p:cNvPr>
          <p:cNvSpPr>
            <a:spLocks noGrp="1"/>
          </p:cNvSpPr>
          <p:nvPr/>
        </p:nvSpPr>
        <p:spPr>
          <a:xfrm>
            <a:off x="4381500" y="3028950"/>
            <a:ext cx="3429000" cy="514350"/>
          </a:xfrm>
          <a:prstGeom prst="rect">
            <a:avLst/>
          </a:prstGeom>
          <a:solidFill>
            <a:srgbClr val="147D80"/>
          </a:solidFill>
          <a:ln w="0">
            <a:noFill/>
            <a:prstDash val="solid"/>
          </a:ln>
        </p:spPr>
      </p:sp>
      <p:sp>
        <p:nvSpPr>
          <p:cNvPr id="12" name="visual-68">
            <a:extLst>
              <a:ext uri="{FF2B5EF4-FFF2-40B4-BE49-F238E27FC236}">
                <a16:creationId xmlns:a16="http://schemas.microsoft.com/office/drawing/2014/main" id="{D10A0CF5-2EBE-404A-BA29-952733BE9114}"/>
              </a:ext>
            </a:extLst>
          </p:cNvPr>
          <p:cNvSpPr>
            <a:spLocks noGrp="1"/>
          </p:cNvSpPr>
          <p:nvPr/>
        </p:nvSpPr>
        <p:spPr>
          <a:xfrm>
            <a:off x="4495800" y="3076575"/>
            <a:ext cx="3200400" cy="419100"/>
          </a:xfrm>
          <a:prstGeom prst="rect">
            <a:avLst/>
          </a:prstGeom>
          <a:noFill/>
          <a:ln w="0">
            <a:noFill/>
            <a:prstDash val="solid"/>
          </a:ln>
        </p:spPr>
        <p:txBody>
          <a:bodyPr lIns="0" tIns="0" rIns="0" bIns="0" anchor="ctr"/>
          <a:lstStyle>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Rao  /  pilot sponsor</a:t>
            </a:r>
          </a:p>
        </p:txBody>
      </p:sp>
      <p:sp>
        <p:nvSpPr>
          <p:cNvPr id="13" name="visual-69">
            <a:extLst>
              <a:ext uri="{FF2B5EF4-FFF2-40B4-BE49-F238E27FC236}">
                <a16:creationId xmlns:a16="http://schemas.microsoft.com/office/drawing/2014/main" id="{4251DF7B-07E0-4B9C-86D7-2CF239F0993A}"/>
              </a:ext>
            </a:extLst>
          </p:cNvPr>
          <p:cNvSpPr>
            <a:spLocks noGrp="1"/>
          </p:cNvSpPr>
          <p:nvPr/>
        </p:nvSpPr>
        <p:spPr>
          <a:xfrm>
            <a:off x="6086475" y="3543300"/>
            <a:ext cx="19050" cy="190500"/>
          </a:xfrm>
          <a:prstGeom prst="rect">
            <a:avLst/>
          </a:prstGeom>
          <a:solidFill>
            <a:srgbClr val="C6D3D2"/>
          </a:solidFill>
          <a:ln w="0">
            <a:noFill/>
            <a:prstDash val="solid"/>
          </a:ln>
        </p:spPr>
      </p:sp>
      <p:sp>
        <p:nvSpPr>
          <p:cNvPr id="14" name="visual-70">
            <a:extLst>
              <a:ext uri="{FF2B5EF4-FFF2-40B4-BE49-F238E27FC236}">
                <a16:creationId xmlns:a16="http://schemas.microsoft.com/office/drawing/2014/main" id="{DA50F26B-482F-4017-B5D4-C5BC3F42F446}"/>
              </a:ext>
            </a:extLst>
          </p:cNvPr>
          <p:cNvSpPr>
            <a:spLocks noGrp="1"/>
          </p:cNvSpPr>
          <p:nvPr/>
        </p:nvSpPr>
        <p:spPr>
          <a:xfrm>
            <a:off x="2009775" y="3743325"/>
            <a:ext cx="8162925" cy="19050"/>
          </a:xfrm>
          <a:prstGeom prst="rect">
            <a:avLst/>
          </a:prstGeom>
          <a:solidFill>
            <a:schemeClr val="accent2">
              <a:lumMod val="75000"/>
            </a:schemeClr>
          </a:solidFill>
          <a:ln w="0">
            <a:noFill/>
            <a:prstDash val="solid"/>
          </a:ln>
        </p:spPr>
      </p:sp>
      <p:sp>
        <p:nvSpPr>
          <p:cNvPr id="15" name="visual-71">
            <a:extLst>
              <a:ext uri="{FF2B5EF4-FFF2-40B4-BE49-F238E27FC236}">
                <a16:creationId xmlns:a16="http://schemas.microsoft.com/office/drawing/2014/main" id="{66B67643-9CEF-4712-BF0E-B6AB5542EE13}"/>
              </a:ext>
            </a:extLst>
          </p:cNvPr>
          <p:cNvSpPr>
            <a:spLocks noGrp="1"/>
          </p:cNvSpPr>
          <p:nvPr/>
        </p:nvSpPr>
        <p:spPr>
          <a:xfrm>
            <a:off x="2305050" y="3743325"/>
            <a:ext cx="19050" cy="219075"/>
          </a:xfrm>
          <a:prstGeom prst="rect">
            <a:avLst/>
          </a:prstGeom>
          <a:solidFill>
            <a:schemeClr val="accent2">
              <a:lumMod val="75000"/>
            </a:schemeClr>
          </a:solidFill>
          <a:ln w="0">
            <a:noFill/>
            <a:prstDash val="solid"/>
          </a:ln>
        </p:spPr>
      </p:sp>
      <p:sp>
        <p:nvSpPr>
          <p:cNvPr id="16" name="visual-72">
            <a:extLst>
              <a:ext uri="{FF2B5EF4-FFF2-40B4-BE49-F238E27FC236}">
                <a16:creationId xmlns:a16="http://schemas.microsoft.com/office/drawing/2014/main" id="{166A0167-5E87-446F-B6DF-CB5099DAA65A}"/>
              </a:ext>
            </a:extLst>
          </p:cNvPr>
          <p:cNvSpPr>
            <a:spLocks noGrp="1"/>
          </p:cNvSpPr>
          <p:nvPr/>
        </p:nvSpPr>
        <p:spPr>
          <a:xfrm>
            <a:off x="590550" y="3981450"/>
            <a:ext cx="3505200" cy="552450"/>
          </a:xfrm>
          <a:prstGeom prst="rect">
            <a:avLst/>
          </a:prstGeom>
          <a:solidFill>
            <a:srgbClr val="DDEBE7"/>
          </a:solidFill>
          <a:ln w="0">
            <a:noFill/>
            <a:prstDash val="solid"/>
          </a:ln>
        </p:spPr>
      </p:sp>
      <p:sp>
        <p:nvSpPr>
          <p:cNvPr id="17" name="visual-73">
            <a:extLst>
              <a:ext uri="{FF2B5EF4-FFF2-40B4-BE49-F238E27FC236}">
                <a16:creationId xmlns:a16="http://schemas.microsoft.com/office/drawing/2014/main" id="{64046D54-49F7-4E7C-A690-F130C7170F85}"/>
              </a:ext>
            </a:extLst>
          </p:cNvPr>
          <p:cNvSpPr>
            <a:spLocks noGrp="1"/>
          </p:cNvSpPr>
          <p:nvPr/>
        </p:nvSpPr>
        <p:spPr>
          <a:xfrm>
            <a:off x="704850" y="4029075"/>
            <a:ext cx="3276600" cy="457200"/>
          </a:xfrm>
          <a:prstGeom prst="rect">
            <a:avLst/>
          </a:prstGeom>
          <a:noFill/>
          <a:ln w="0">
            <a:noFill/>
            <a:prstDash val="solid"/>
          </a:ln>
        </p:spPr>
        <p:txBody>
          <a:bodyPr lIns="0" tIns="0" rIns="0" bIns="0" anchor="ctr"/>
          <a:lstStyle>
            <a:defPPr algn="ctr">
              <a:defRPr sz="1875" b="1">
                <a:solidFill>
                  <a:srgbClr val="132F3B"/>
                </a:solidFill>
                <a:latin typeface="Arial"/>
                <a:ea typeface="Arial"/>
                <a:cs typeface="Arial"/>
              </a:defRPr>
            </a:defPPr>
            <a:lvl1pPr algn="ctr">
              <a:defRPr sz="1875" b="1">
                <a:solidFill>
                  <a:srgbClr val="132F3B"/>
                </a:solidFill>
                <a:latin typeface="Arial"/>
                <a:ea typeface="Arial"/>
                <a:cs typeface="Arial"/>
              </a:defRPr>
            </a:lvl1pPr>
            <a:lvl2pPr algn="ctr">
              <a:defRPr sz="1875" b="1">
                <a:solidFill>
                  <a:srgbClr val="132F3B"/>
                </a:solidFill>
                <a:latin typeface="Arial"/>
                <a:ea typeface="Arial"/>
                <a:cs typeface="Arial"/>
              </a:defRPr>
            </a:lvl2pPr>
            <a:lvl3pPr algn="ctr">
              <a:defRPr sz="1875" b="1">
                <a:solidFill>
                  <a:srgbClr val="132F3B"/>
                </a:solidFill>
                <a:latin typeface="Arial"/>
                <a:ea typeface="Arial"/>
                <a:cs typeface="Arial"/>
              </a:defRPr>
            </a:lvl3pPr>
            <a:lvl4pPr algn="ctr">
              <a:defRPr sz="1875" b="1">
                <a:solidFill>
                  <a:srgbClr val="132F3B"/>
                </a:solidFill>
                <a:latin typeface="Arial"/>
                <a:ea typeface="Arial"/>
                <a:cs typeface="Arial"/>
              </a:defRPr>
            </a:lvl4pPr>
            <a:lvl5pPr algn="ctr">
              <a:defRPr sz="1875" b="1">
                <a:solidFill>
                  <a:srgbClr val="132F3B"/>
                </a:solidFill>
                <a:latin typeface="Arial"/>
                <a:ea typeface="Arial"/>
                <a:cs typeface="Arial"/>
              </a:defRPr>
            </a:lvl5pPr>
            <a:lvl6pPr algn="ctr">
              <a:defRPr sz="1875" b="1">
                <a:solidFill>
                  <a:srgbClr val="132F3B"/>
                </a:solidFill>
                <a:latin typeface="Arial"/>
                <a:ea typeface="Arial"/>
                <a:cs typeface="Arial"/>
              </a:defRPr>
            </a:lvl6pPr>
            <a:lvl7pPr algn="ctr">
              <a:defRPr sz="1875" b="1">
                <a:solidFill>
                  <a:srgbClr val="132F3B"/>
                </a:solidFill>
                <a:latin typeface="Arial"/>
                <a:ea typeface="Arial"/>
                <a:cs typeface="Arial"/>
              </a:defRPr>
            </a:lvl7pPr>
            <a:lvl8pPr algn="ctr">
              <a:defRPr sz="1875" b="1">
                <a:solidFill>
                  <a:srgbClr val="132F3B"/>
                </a:solidFill>
                <a:latin typeface="Arial"/>
                <a:ea typeface="Arial"/>
                <a:cs typeface="Arial"/>
              </a:defRPr>
            </a:lvl8pPr>
            <a:lvl9pPr algn="ctr">
              <a:defRPr sz="1875" b="1">
                <a:solidFill>
                  <a:srgbClr val="132F3B"/>
                </a:solidFill>
                <a:latin typeface="Arial"/>
                <a:ea typeface="Arial"/>
                <a:cs typeface="Arial"/>
              </a:defRPr>
            </a:lvl9pPr>
          </a:lstStyle>
          <a:p>
            <a:pPr algn="ctr">
              <a:defRPr sz="1875" b="1">
                <a:solidFill>
                  <a:srgbClr val="132F3B"/>
                </a:solidFill>
                <a:latin typeface="Arial"/>
                <a:ea typeface="Arial"/>
                <a:cs typeface="Arial"/>
              </a:defRPr>
            </a:pPr>
            <a:r>
              <a:rPr sz="1875" b="1">
                <a:solidFill>
                  <a:srgbClr val="132F3B"/>
                </a:solidFill>
                <a:latin typeface="Arial"/>
                <a:ea typeface="Arial"/>
                <a:cs typeface="Arial"/>
              </a:rPr>
              <a:t>Functional owners</a:t>
            </a:r>
          </a:p>
        </p:txBody>
      </p:sp>
      <p:sp>
        <p:nvSpPr>
          <p:cNvPr id="18" name="visual-74">
            <a:extLst>
              <a:ext uri="{FF2B5EF4-FFF2-40B4-BE49-F238E27FC236}">
                <a16:creationId xmlns:a16="http://schemas.microsoft.com/office/drawing/2014/main" id="{8FB28DD1-506D-4B4C-AB30-E4F7B699BCFC}"/>
              </a:ext>
            </a:extLst>
          </p:cNvPr>
          <p:cNvSpPr>
            <a:spLocks noGrp="1"/>
          </p:cNvSpPr>
          <p:nvPr/>
        </p:nvSpPr>
        <p:spPr>
          <a:xfrm>
            <a:off x="590550" y="4581525"/>
            <a:ext cx="3505200" cy="428625"/>
          </a:xfrm>
          <a:prstGeom prst="rect">
            <a:avLst/>
          </a:prstGeom>
          <a:noFill/>
          <a:ln w="0">
            <a:noFill/>
            <a:prstDash val="solid"/>
          </a:ln>
        </p:spPr>
        <p:txBody>
          <a:bodyPr lIns="0" tIns="0" rIns="0" bIns="0" anchor="ctr"/>
          <a:lstStyle>
            <a:defPPr algn="ctr">
              <a:defRPr sz="1800" b="0">
                <a:solidFill>
                  <a:srgbClr val="132F3B"/>
                </a:solidFill>
                <a:latin typeface="Arial"/>
                <a:ea typeface="Arial"/>
                <a:cs typeface="Arial"/>
              </a:defRPr>
            </a:defPPr>
            <a:lvl1pPr algn="ctr">
              <a:defRPr sz="1800" b="0">
                <a:solidFill>
                  <a:srgbClr val="132F3B"/>
                </a:solidFill>
                <a:latin typeface="Arial"/>
                <a:ea typeface="Arial"/>
                <a:cs typeface="Arial"/>
              </a:defRPr>
            </a:lvl1pPr>
            <a:lvl2pPr algn="ctr">
              <a:defRPr sz="1800" b="0">
                <a:solidFill>
                  <a:srgbClr val="132F3B"/>
                </a:solidFill>
                <a:latin typeface="Arial"/>
                <a:ea typeface="Arial"/>
                <a:cs typeface="Arial"/>
              </a:defRPr>
            </a:lvl2pPr>
            <a:lvl3pPr algn="ctr">
              <a:defRPr sz="1800" b="0">
                <a:solidFill>
                  <a:srgbClr val="132F3B"/>
                </a:solidFill>
                <a:latin typeface="Arial"/>
                <a:ea typeface="Arial"/>
                <a:cs typeface="Arial"/>
              </a:defRPr>
            </a:lvl3pPr>
            <a:lvl4pPr algn="ctr">
              <a:defRPr sz="1800" b="0">
                <a:solidFill>
                  <a:srgbClr val="132F3B"/>
                </a:solidFill>
                <a:latin typeface="Arial"/>
                <a:ea typeface="Arial"/>
                <a:cs typeface="Arial"/>
              </a:defRPr>
            </a:lvl4pPr>
            <a:lvl5pPr algn="ctr">
              <a:defRPr sz="1800" b="0">
                <a:solidFill>
                  <a:srgbClr val="132F3B"/>
                </a:solidFill>
                <a:latin typeface="Arial"/>
                <a:ea typeface="Arial"/>
                <a:cs typeface="Arial"/>
              </a:defRPr>
            </a:lvl5pPr>
            <a:lvl6pPr algn="ctr">
              <a:defRPr sz="1800" b="0">
                <a:solidFill>
                  <a:srgbClr val="132F3B"/>
                </a:solidFill>
                <a:latin typeface="Arial"/>
                <a:ea typeface="Arial"/>
                <a:cs typeface="Arial"/>
              </a:defRPr>
            </a:lvl6pPr>
            <a:lvl7pPr algn="ctr">
              <a:defRPr sz="1800" b="0">
                <a:solidFill>
                  <a:srgbClr val="132F3B"/>
                </a:solidFill>
                <a:latin typeface="Arial"/>
                <a:ea typeface="Arial"/>
                <a:cs typeface="Arial"/>
              </a:defRPr>
            </a:lvl7pPr>
            <a:lvl8pPr algn="ctr">
              <a:defRPr sz="1800" b="0">
                <a:solidFill>
                  <a:srgbClr val="132F3B"/>
                </a:solidFill>
                <a:latin typeface="Arial"/>
                <a:ea typeface="Arial"/>
                <a:cs typeface="Arial"/>
              </a:defRPr>
            </a:lvl8pPr>
            <a:lvl9pPr algn="ctr">
              <a:defRPr sz="1800" b="0">
                <a:solidFill>
                  <a:srgbClr val="132F3B"/>
                </a:solidFill>
                <a:latin typeface="Arial"/>
                <a:ea typeface="Arial"/>
                <a:cs typeface="Arial"/>
              </a:defRPr>
            </a:lvl9pPr>
          </a:lstStyle>
          <a:p>
            <a:pPr algn="ctr">
              <a:defRPr sz="1800" b="0">
                <a:solidFill>
                  <a:srgbClr val="132F3B"/>
                </a:solidFill>
                <a:latin typeface="Arial"/>
                <a:ea typeface="Arial"/>
                <a:cs typeface="Arial"/>
              </a:defRPr>
            </a:pPr>
            <a:r>
              <a:rPr sz="1800" b="0">
                <a:solidFill>
                  <a:srgbClr val="132F3B"/>
                </a:solidFill>
                <a:latin typeface="Arial"/>
                <a:ea typeface="Arial"/>
                <a:cs typeface="Arial"/>
              </a:rPr>
              <a:t>Skills and service cover</a:t>
            </a:r>
          </a:p>
        </p:txBody>
      </p:sp>
      <p:sp>
        <p:nvSpPr>
          <p:cNvPr id="19" name="visual-75">
            <a:extLst>
              <a:ext uri="{FF2B5EF4-FFF2-40B4-BE49-F238E27FC236}">
                <a16:creationId xmlns:a16="http://schemas.microsoft.com/office/drawing/2014/main" id="{26309043-B963-4D7A-B6B4-36AFC755F9C6}"/>
              </a:ext>
            </a:extLst>
          </p:cNvPr>
          <p:cNvSpPr>
            <a:spLocks noGrp="1"/>
          </p:cNvSpPr>
          <p:nvPr/>
        </p:nvSpPr>
        <p:spPr>
          <a:xfrm>
            <a:off x="6067425" y="3743325"/>
            <a:ext cx="19050" cy="219075"/>
          </a:xfrm>
          <a:prstGeom prst="rect">
            <a:avLst/>
          </a:prstGeom>
          <a:solidFill>
            <a:schemeClr val="accent2">
              <a:lumMod val="75000"/>
            </a:schemeClr>
          </a:solidFill>
          <a:ln w="0">
            <a:noFill/>
            <a:prstDash val="solid"/>
          </a:ln>
        </p:spPr>
      </p:sp>
      <p:sp>
        <p:nvSpPr>
          <p:cNvPr id="20" name="visual-76">
            <a:extLst>
              <a:ext uri="{FF2B5EF4-FFF2-40B4-BE49-F238E27FC236}">
                <a16:creationId xmlns:a16="http://schemas.microsoft.com/office/drawing/2014/main" id="{2B42806F-277E-42F2-803D-4DB496DD293C}"/>
              </a:ext>
            </a:extLst>
          </p:cNvPr>
          <p:cNvSpPr>
            <a:spLocks noGrp="1"/>
          </p:cNvSpPr>
          <p:nvPr/>
        </p:nvSpPr>
        <p:spPr>
          <a:xfrm>
            <a:off x="4352925" y="3981450"/>
            <a:ext cx="3505200" cy="552450"/>
          </a:xfrm>
          <a:prstGeom prst="rect">
            <a:avLst/>
          </a:prstGeom>
          <a:solidFill>
            <a:srgbClr val="147D80"/>
          </a:solidFill>
          <a:ln w="0">
            <a:noFill/>
            <a:prstDash val="solid"/>
          </a:ln>
        </p:spPr>
      </p:sp>
      <p:sp>
        <p:nvSpPr>
          <p:cNvPr id="21" name="visual-77">
            <a:extLst>
              <a:ext uri="{FF2B5EF4-FFF2-40B4-BE49-F238E27FC236}">
                <a16:creationId xmlns:a16="http://schemas.microsoft.com/office/drawing/2014/main" id="{A4180EEB-7678-4FB5-ABD3-A4134E772034}"/>
              </a:ext>
            </a:extLst>
          </p:cNvPr>
          <p:cNvSpPr>
            <a:spLocks noGrp="1"/>
          </p:cNvSpPr>
          <p:nvPr/>
        </p:nvSpPr>
        <p:spPr>
          <a:xfrm>
            <a:off x="4467225" y="4029075"/>
            <a:ext cx="3276600" cy="457200"/>
          </a:xfrm>
          <a:prstGeom prst="rect">
            <a:avLst/>
          </a:prstGeom>
          <a:noFill/>
          <a:ln w="0">
            <a:noFill/>
            <a:prstDash val="solid"/>
          </a:ln>
        </p:spPr>
        <p:txBody>
          <a:bodyPr lIns="0" tIns="0" rIns="0" bIns="0" anchor="ctr"/>
          <a:lstStyle>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Kabir and Product Owners</a:t>
            </a:r>
          </a:p>
        </p:txBody>
      </p:sp>
      <p:sp>
        <p:nvSpPr>
          <p:cNvPr id="22" name="visual-78">
            <a:extLst>
              <a:ext uri="{FF2B5EF4-FFF2-40B4-BE49-F238E27FC236}">
                <a16:creationId xmlns:a16="http://schemas.microsoft.com/office/drawing/2014/main" id="{C55C204D-F627-452E-8C98-6B03F5BA77C0}"/>
              </a:ext>
            </a:extLst>
          </p:cNvPr>
          <p:cNvSpPr>
            <a:spLocks noGrp="1"/>
          </p:cNvSpPr>
          <p:nvPr/>
        </p:nvSpPr>
        <p:spPr>
          <a:xfrm>
            <a:off x="4352925" y="4581525"/>
            <a:ext cx="3505200" cy="428625"/>
          </a:xfrm>
          <a:prstGeom prst="rect">
            <a:avLst/>
          </a:prstGeom>
          <a:noFill/>
          <a:ln w="0">
            <a:noFill/>
            <a:prstDash val="solid"/>
          </a:ln>
        </p:spPr>
        <p:txBody>
          <a:bodyPr lIns="0" tIns="0" rIns="0" bIns="0" anchor="ctr"/>
          <a:lstStyle>
            <a:defPPr algn="ctr">
              <a:defRPr sz="1800" b="0">
                <a:solidFill>
                  <a:srgbClr val="132F3B"/>
                </a:solidFill>
                <a:latin typeface="Arial"/>
                <a:ea typeface="Arial"/>
                <a:cs typeface="Arial"/>
              </a:defRPr>
            </a:defPPr>
            <a:lvl1pPr algn="ctr">
              <a:defRPr sz="1800" b="0">
                <a:solidFill>
                  <a:srgbClr val="132F3B"/>
                </a:solidFill>
                <a:latin typeface="Arial"/>
                <a:ea typeface="Arial"/>
                <a:cs typeface="Arial"/>
              </a:defRPr>
            </a:lvl1pPr>
            <a:lvl2pPr algn="ctr">
              <a:defRPr sz="1800" b="0">
                <a:solidFill>
                  <a:srgbClr val="132F3B"/>
                </a:solidFill>
                <a:latin typeface="Arial"/>
                <a:ea typeface="Arial"/>
                <a:cs typeface="Arial"/>
              </a:defRPr>
            </a:lvl2pPr>
            <a:lvl3pPr algn="ctr">
              <a:defRPr sz="1800" b="0">
                <a:solidFill>
                  <a:srgbClr val="132F3B"/>
                </a:solidFill>
                <a:latin typeface="Arial"/>
                <a:ea typeface="Arial"/>
                <a:cs typeface="Arial"/>
              </a:defRPr>
            </a:lvl3pPr>
            <a:lvl4pPr algn="ctr">
              <a:defRPr sz="1800" b="0">
                <a:solidFill>
                  <a:srgbClr val="132F3B"/>
                </a:solidFill>
                <a:latin typeface="Arial"/>
                <a:ea typeface="Arial"/>
                <a:cs typeface="Arial"/>
              </a:defRPr>
            </a:lvl4pPr>
            <a:lvl5pPr algn="ctr">
              <a:defRPr sz="1800" b="0">
                <a:solidFill>
                  <a:srgbClr val="132F3B"/>
                </a:solidFill>
                <a:latin typeface="Arial"/>
                <a:ea typeface="Arial"/>
                <a:cs typeface="Arial"/>
              </a:defRPr>
            </a:lvl5pPr>
            <a:lvl6pPr algn="ctr">
              <a:defRPr sz="1800" b="0">
                <a:solidFill>
                  <a:srgbClr val="132F3B"/>
                </a:solidFill>
                <a:latin typeface="Arial"/>
                <a:ea typeface="Arial"/>
                <a:cs typeface="Arial"/>
              </a:defRPr>
            </a:lvl6pPr>
            <a:lvl7pPr algn="ctr">
              <a:defRPr sz="1800" b="0">
                <a:solidFill>
                  <a:srgbClr val="132F3B"/>
                </a:solidFill>
                <a:latin typeface="Arial"/>
                <a:ea typeface="Arial"/>
                <a:cs typeface="Arial"/>
              </a:defRPr>
            </a:lvl7pPr>
            <a:lvl8pPr algn="ctr">
              <a:defRPr sz="1800" b="0">
                <a:solidFill>
                  <a:srgbClr val="132F3B"/>
                </a:solidFill>
                <a:latin typeface="Arial"/>
                <a:ea typeface="Arial"/>
                <a:cs typeface="Arial"/>
              </a:defRPr>
            </a:lvl8pPr>
            <a:lvl9pPr algn="ctr">
              <a:defRPr sz="1800" b="0">
                <a:solidFill>
                  <a:srgbClr val="132F3B"/>
                </a:solidFill>
                <a:latin typeface="Arial"/>
                <a:ea typeface="Arial"/>
                <a:cs typeface="Arial"/>
              </a:defRPr>
            </a:lvl9pPr>
          </a:lstStyle>
          <a:p>
            <a:pPr algn="ctr">
              <a:defRPr sz="1800" b="0">
                <a:solidFill>
                  <a:srgbClr val="132F3B"/>
                </a:solidFill>
                <a:latin typeface="Arial"/>
                <a:ea typeface="Arial"/>
                <a:cs typeface="Arial"/>
              </a:defRPr>
            </a:pPr>
            <a:r>
              <a:rPr sz="1800" b="0">
                <a:solidFill>
                  <a:srgbClr val="132F3B"/>
                </a:solidFill>
                <a:latin typeface="Arial"/>
                <a:ea typeface="Arial"/>
                <a:cs typeface="Arial"/>
              </a:rPr>
              <a:t>Seven funded product squads</a:t>
            </a:r>
          </a:p>
        </p:txBody>
      </p:sp>
      <p:sp>
        <p:nvSpPr>
          <p:cNvPr id="23" name="visual-79">
            <a:extLst>
              <a:ext uri="{FF2B5EF4-FFF2-40B4-BE49-F238E27FC236}">
                <a16:creationId xmlns:a16="http://schemas.microsoft.com/office/drawing/2014/main" id="{80BB2086-0AD3-4CA4-A092-4BEE2D45711C}"/>
              </a:ext>
            </a:extLst>
          </p:cNvPr>
          <p:cNvSpPr>
            <a:spLocks noGrp="1"/>
          </p:cNvSpPr>
          <p:nvPr/>
        </p:nvSpPr>
        <p:spPr>
          <a:xfrm>
            <a:off x="9829800" y="3743325"/>
            <a:ext cx="19050" cy="219075"/>
          </a:xfrm>
          <a:prstGeom prst="rect">
            <a:avLst/>
          </a:prstGeom>
          <a:solidFill>
            <a:schemeClr val="accent2">
              <a:lumMod val="75000"/>
            </a:schemeClr>
          </a:solidFill>
          <a:ln w="0">
            <a:noFill/>
            <a:prstDash val="solid"/>
          </a:ln>
        </p:spPr>
      </p:sp>
      <p:sp>
        <p:nvSpPr>
          <p:cNvPr id="24" name="visual-80">
            <a:extLst>
              <a:ext uri="{FF2B5EF4-FFF2-40B4-BE49-F238E27FC236}">
                <a16:creationId xmlns:a16="http://schemas.microsoft.com/office/drawing/2014/main" id="{858E8AC2-7E94-46EF-A95B-55F110F2A3C4}"/>
              </a:ext>
            </a:extLst>
          </p:cNvPr>
          <p:cNvSpPr>
            <a:spLocks noGrp="1"/>
          </p:cNvSpPr>
          <p:nvPr/>
        </p:nvSpPr>
        <p:spPr>
          <a:xfrm>
            <a:off x="8115300" y="3981450"/>
            <a:ext cx="3505200" cy="552450"/>
          </a:xfrm>
          <a:prstGeom prst="rect">
            <a:avLst/>
          </a:prstGeom>
          <a:solidFill>
            <a:srgbClr val="DDEBE7"/>
          </a:solidFill>
          <a:ln w="0">
            <a:noFill/>
            <a:prstDash val="solid"/>
          </a:ln>
        </p:spPr>
      </p:sp>
      <p:sp>
        <p:nvSpPr>
          <p:cNvPr id="25" name="visual-81">
            <a:extLst>
              <a:ext uri="{FF2B5EF4-FFF2-40B4-BE49-F238E27FC236}">
                <a16:creationId xmlns:a16="http://schemas.microsoft.com/office/drawing/2014/main" id="{07D3BA7B-1CD1-474D-B29C-81929B43111E}"/>
              </a:ext>
            </a:extLst>
          </p:cNvPr>
          <p:cNvSpPr>
            <a:spLocks noGrp="1"/>
          </p:cNvSpPr>
          <p:nvPr/>
        </p:nvSpPr>
        <p:spPr>
          <a:xfrm>
            <a:off x="8229600" y="4029075"/>
            <a:ext cx="3276600" cy="457200"/>
          </a:xfrm>
          <a:prstGeom prst="rect">
            <a:avLst/>
          </a:prstGeom>
          <a:noFill/>
          <a:ln w="0">
            <a:noFill/>
            <a:prstDash val="solid"/>
          </a:ln>
        </p:spPr>
        <p:txBody>
          <a:bodyPr lIns="0" tIns="0" rIns="0" bIns="0" anchor="ctr"/>
          <a:lstStyle>
            <a:defPPr algn="ctr">
              <a:defRPr sz="1875" b="1">
                <a:solidFill>
                  <a:srgbClr val="132F3B"/>
                </a:solidFill>
                <a:latin typeface="Arial"/>
                <a:ea typeface="Arial"/>
                <a:cs typeface="Arial"/>
              </a:defRPr>
            </a:defPPr>
            <a:lvl1pPr algn="ctr">
              <a:defRPr sz="1875" b="1">
                <a:solidFill>
                  <a:srgbClr val="132F3B"/>
                </a:solidFill>
                <a:latin typeface="Arial"/>
                <a:ea typeface="Arial"/>
                <a:cs typeface="Arial"/>
              </a:defRPr>
            </a:lvl1pPr>
            <a:lvl2pPr algn="ctr">
              <a:defRPr sz="1875" b="1">
                <a:solidFill>
                  <a:srgbClr val="132F3B"/>
                </a:solidFill>
                <a:latin typeface="Arial"/>
                <a:ea typeface="Arial"/>
                <a:cs typeface="Arial"/>
              </a:defRPr>
            </a:lvl2pPr>
            <a:lvl3pPr algn="ctr">
              <a:defRPr sz="1875" b="1">
                <a:solidFill>
                  <a:srgbClr val="132F3B"/>
                </a:solidFill>
                <a:latin typeface="Arial"/>
                <a:ea typeface="Arial"/>
                <a:cs typeface="Arial"/>
              </a:defRPr>
            </a:lvl3pPr>
            <a:lvl4pPr algn="ctr">
              <a:defRPr sz="1875" b="1">
                <a:solidFill>
                  <a:srgbClr val="132F3B"/>
                </a:solidFill>
                <a:latin typeface="Arial"/>
                <a:ea typeface="Arial"/>
                <a:cs typeface="Arial"/>
              </a:defRPr>
            </a:lvl4pPr>
            <a:lvl5pPr algn="ctr">
              <a:defRPr sz="1875" b="1">
                <a:solidFill>
                  <a:srgbClr val="132F3B"/>
                </a:solidFill>
                <a:latin typeface="Arial"/>
                <a:ea typeface="Arial"/>
                <a:cs typeface="Arial"/>
              </a:defRPr>
            </a:lvl5pPr>
            <a:lvl6pPr algn="ctr">
              <a:defRPr sz="1875" b="1">
                <a:solidFill>
                  <a:srgbClr val="132F3B"/>
                </a:solidFill>
                <a:latin typeface="Arial"/>
                <a:ea typeface="Arial"/>
                <a:cs typeface="Arial"/>
              </a:defRPr>
            </a:lvl6pPr>
            <a:lvl7pPr algn="ctr">
              <a:defRPr sz="1875" b="1">
                <a:solidFill>
                  <a:srgbClr val="132F3B"/>
                </a:solidFill>
                <a:latin typeface="Arial"/>
                <a:ea typeface="Arial"/>
                <a:cs typeface="Arial"/>
              </a:defRPr>
            </a:lvl7pPr>
            <a:lvl8pPr algn="ctr">
              <a:defRPr sz="1875" b="1">
                <a:solidFill>
                  <a:srgbClr val="132F3B"/>
                </a:solidFill>
                <a:latin typeface="Arial"/>
                <a:ea typeface="Arial"/>
                <a:cs typeface="Arial"/>
              </a:defRPr>
            </a:lvl8pPr>
            <a:lvl9pPr algn="ctr">
              <a:defRPr sz="1875" b="1">
                <a:solidFill>
                  <a:srgbClr val="132F3B"/>
                </a:solidFill>
                <a:latin typeface="Arial"/>
                <a:ea typeface="Arial"/>
                <a:cs typeface="Arial"/>
              </a:defRPr>
            </a:lvl9pPr>
          </a:lstStyle>
          <a:p>
            <a:pPr algn="ctr">
              <a:defRPr sz="1875" b="1">
                <a:solidFill>
                  <a:srgbClr val="132F3B"/>
                </a:solidFill>
                <a:latin typeface="Arial"/>
                <a:ea typeface="Arial"/>
                <a:cs typeface="Arial"/>
              </a:defRPr>
            </a:pPr>
            <a:r>
              <a:rPr sz="1875" b="1">
                <a:solidFill>
                  <a:srgbClr val="132F3B"/>
                </a:solidFill>
                <a:latin typeface="Arial"/>
                <a:ea typeface="Arial"/>
                <a:cs typeface="Arial"/>
              </a:rPr>
              <a:t>HR business partner</a:t>
            </a:r>
          </a:p>
        </p:txBody>
      </p:sp>
      <p:sp>
        <p:nvSpPr>
          <p:cNvPr id="26" name="visual-82">
            <a:extLst>
              <a:ext uri="{FF2B5EF4-FFF2-40B4-BE49-F238E27FC236}">
                <a16:creationId xmlns:a16="http://schemas.microsoft.com/office/drawing/2014/main" id="{97101FD3-3878-43F6-A82D-B0049F56871B}"/>
              </a:ext>
            </a:extLst>
          </p:cNvPr>
          <p:cNvSpPr>
            <a:spLocks noGrp="1"/>
          </p:cNvSpPr>
          <p:nvPr/>
        </p:nvSpPr>
        <p:spPr>
          <a:xfrm>
            <a:off x="8115300" y="4581525"/>
            <a:ext cx="3505200" cy="428625"/>
          </a:xfrm>
          <a:prstGeom prst="rect">
            <a:avLst/>
          </a:prstGeom>
          <a:noFill/>
          <a:ln w="0">
            <a:noFill/>
            <a:prstDash val="solid"/>
          </a:ln>
        </p:spPr>
        <p:txBody>
          <a:bodyPr lIns="0" tIns="0" rIns="0" bIns="0" anchor="ctr"/>
          <a:lstStyle>
            <a:defPPr algn="ctr">
              <a:defRPr sz="1800" b="0">
                <a:solidFill>
                  <a:srgbClr val="132F3B"/>
                </a:solidFill>
                <a:latin typeface="Arial"/>
                <a:ea typeface="Arial"/>
                <a:cs typeface="Arial"/>
              </a:defRPr>
            </a:defPPr>
            <a:lvl1pPr algn="ctr">
              <a:defRPr sz="1800" b="0">
                <a:solidFill>
                  <a:srgbClr val="132F3B"/>
                </a:solidFill>
                <a:latin typeface="Arial"/>
                <a:ea typeface="Arial"/>
                <a:cs typeface="Arial"/>
              </a:defRPr>
            </a:lvl1pPr>
            <a:lvl2pPr algn="ctr">
              <a:defRPr sz="1800" b="0">
                <a:solidFill>
                  <a:srgbClr val="132F3B"/>
                </a:solidFill>
                <a:latin typeface="Arial"/>
                <a:ea typeface="Arial"/>
                <a:cs typeface="Arial"/>
              </a:defRPr>
            </a:lvl2pPr>
            <a:lvl3pPr algn="ctr">
              <a:defRPr sz="1800" b="0">
                <a:solidFill>
                  <a:srgbClr val="132F3B"/>
                </a:solidFill>
                <a:latin typeface="Arial"/>
                <a:ea typeface="Arial"/>
                <a:cs typeface="Arial"/>
              </a:defRPr>
            </a:lvl3pPr>
            <a:lvl4pPr algn="ctr">
              <a:defRPr sz="1800" b="0">
                <a:solidFill>
                  <a:srgbClr val="132F3B"/>
                </a:solidFill>
                <a:latin typeface="Arial"/>
                <a:ea typeface="Arial"/>
                <a:cs typeface="Arial"/>
              </a:defRPr>
            </a:lvl4pPr>
            <a:lvl5pPr algn="ctr">
              <a:defRPr sz="1800" b="0">
                <a:solidFill>
                  <a:srgbClr val="132F3B"/>
                </a:solidFill>
                <a:latin typeface="Arial"/>
                <a:ea typeface="Arial"/>
                <a:cs typeface="Arial"/>
              </a:defRPr>
            </a:lvl5pPr>
            <a:lvl6pPr algn="ctr">
              <a:defRPr sz="1800" b="0">
                <a:solidFill>
                  <a:srgbClr val="132F3B"/>
                </a:solidFill>
                <a:latin typeface="Arial"/>
                <a:ea typeface="Arial"/>
                <a:cs typeface="Arial"/>
              </a:defRPr>
            </a:lvl6pPr>
            <a:lvl7pPr algn="ctr">
              <a:defRPr sz="1800" b="0">
                <a:solidFill>
                  <a:srgbClr val="132F3B"/>
                </a:solidFill>
                <a:latin typeface="Arial"/>
                <a:ea typeface="Arial"/>
                <a:cs typeface="Arial"/>
              </a:defRPr>
            </a:lvl7pPr>
            <a:lvl8pPr algn="ctr">
              <a:defRPr sz="1800" b="0">
                <a:solidFill>
                  <a:srgbClr val="132F3B"/>
                </a:solidFill>
                <a:latin typeface="Arial"/>
                <a:ea typeface="Arial"/>
                <a:cs typeface="Arial"/>
              </a:defRPr>
            </a:lvl8pPr>
            <a:lvl9pPr algn="ctr">
              <a:defRPr sz="1800" b="0">
                <a:solidFill>
                  <a:srgbClr val="132F3B"/>
                </a:solidFill>
                <a:latin typeface="Arial"/>
                <a:ea typeface="Arial"/>
                <a:cs typeface="Arial"/>
              </a:defRPr>
            </a:lvl9pPr>
          </a:lstStyle>
          <a:p>
            <a:pPr algn="ctr">
              <a:defRPr sz="1800" b="0">
                <a:solidFill>
                  <a:srgbClr val="132F3B"/>
                </a:solidFill>
                <a:latin typeface="Arial"/>
                <a:ea typeface="Arial"/>
                <a:cs typeface="Arial"/>
              </a:defRPr>
            </a:pPr>
            <a:r>
              <a:rPr sz="1800" b="0">
                <a:solidFill>
                  <a:srgbClr val="132F3B"/>
                </a:solidFill>
                <a:latin typeface="Arial"/>
                <a:ea typeface="Arial"/>
                <a:cs typeface="Arial"/>
              </a:rPr>
              <a:t>Hiring and readiness</a:t>
            </a:r>
          </a:p>
        </p:txBody>
      </p:sp>
      <p:sp>
        <p:nvSpPr>
          <p:cNvPr id="34" name="visual-90">
            <a:extLst>
              <a:ext uri="{FF2B5EF4-FFF2-40B4-BE49-F238E27FC236}">
                <a16:creationId xmlns:a16="http://schemas.microsoft.com/office/drawing/2014/main" id="{497A5FE1-036F-401F-AF0E-AE6D8F7941CE}"/>
              </a:ext>
            </a:extLst>
          </p:cNvPr>
          <p:cNvSpPr>
            <a:spLocks noGrp="1"/>
          </p:cNvSpPr>
          <p:nvPr/>
        </p:nvSpPr>
        <p:spPr>
          <a:xfrm>
            <a:off x="609600" y="5410200"/>
            <a:ext cx="10972800" cy="276225"/>
          </a:xfrm>
          <a:prstGeom prst="rect">
            <a:avLst/>
          </a:prstGeom>
          <a:noFill/>
          <a:ln w="0">
            <a:noFill/>
            <a:prstDash val="solid"/>
          </a:ln>
        </p:spPr>
        <p:txBody>
          <a:bodyPr lIns="0" tIns="0" rIns="0" bIns="0" anchor="ctr"/>
          <a:lstStyle>
            <a:defPPr algn="ctr">
              <a:defRPr sz="1725" b="0">
                <a:solidFill>
                  <a:srgbClr val="526770"/>
                </a:solidFill>
                <a:latin typeface="Arial"/>
                <a:ea typeface="Arial"/>
                <a:cs typeface="Arial"/>
              </a:defRPr>
            </a:defPPr>
            <a:lvl1pPr algn="ctr">
              <a:defRPr sz="1725" b="0">
                <a:solidFill>
                  <a:srgbClr val="526770"/>
                </a:solidFill>
                <a:latin typeface="Arial"/>
                <a:ea typeface="Arial"/>
                <a:cs typeface="Arial"/>
              </a:defRPr>
            </a:lvl1pPr>
            <a:lvl2pPr algn="ctr">
              <a:defRPr sz="1725" b="0">
                <a:solidFill>
                  <a:srgbClr val="526770"/>
                </a:solidFill>
                <a:latin typeface="Arial"/>
                <a:ea typeface="Arial"/>
                <a:cs typeface="Arial"/>
              </a:defRPr>
            </a:lvl2pPr>
            <a:lvl3pPr algn="ctr">
              <a:defRPr sz="1725" b="0">
                <a:solidFill>
                  <a:srgbClr val="526770"/>
                </a:solidFill>
                <a:latin typeface="Arial"/>
                <a:ea typeface="Arial"/>
                <a:cs typeface="Arial"/>
              </a:defRPr>
            </a:lvl3pPr>
            <a:lvl4pPr algn="ctr">
              <a:defRPr sz="1725" b="0">
                <a:solidFill>
                  <a:srgbClr val="526770"/>
                </a:solidFill>
                <a:latin typeface="Arial"/>
                <a:ea typeface="Arial"/>
                <a:cs typeface="Arial"/>
              </a:defRPr>
            </a:lvl4pPr>
            <a:lvl5pPr algn="ctr">
              <a:defRPr sz="1725" b="0">
                <a:solidFill>
                  <a:srgbClr val="526770"/>
                </a:solidFill>
                <a:latin typeface="Arial"/>
                <a:ea typeface="Arial"/>
                <a:cs typeface="Arial"/>
              </a:defRPr>
            </a:lvl5pPr>
            <a:lvl6pPr algn="ctr">
              <a:defRPr sz="1725" b="0">
                <a:solidFill>
                  <a:srgbClr val="526770"/>
                </a:solidFill>
                <a:latin typeface="Arial"/>
                <a:ea typeface="Arial"/>
                <a:cs typeface="Arial"/>
              </a:defRPr>
            </a:lvl6pPr>
            <a:lvl7pPr algn="ctr">
              <a:defRPr sz="1725" b="0">
                <a:solidFill>
                  <a:srgbClr val="526770"/>
                </a:solidFill>
                <a:latin typeface="Arial"/>
                <a:ea typeface="Arial"/>
                <a:cs typeface="Arial"/>
              </a:defRPr>
            </a:lvl7pPr>
            <a:lvl8pPr algn="ctr">
              <a:defRPr sz="1725" b="0">
                <a:solidFill>
                  <a:srgbClr val="526770"/>
                </a:solidFill>
                <a:latin typeface="Arial"/>
                <a:ea typeface="Arial"/>
                <a:cs typeface="Arial"/>
              </a:defRPr>
            </a:lvl8pPr>
            <a:lvl9pPr algn="ctr">
              <a:defRPr sz="1725" b="0">
                <a:solidFill>
                  <a:srgbClr val="526770"/>
                </a:solidFill>
                <a:latin typeface="Arial"/>
                <a:ea typeface="Arial"/>
                <a:cs typeface="Arial"/>
              </a:defRPr>
            </a:lvl9pPr>
          </a:lstStyle>
          <a:p>
            <a:pPr algn="ctr">
              <a:defRPr sz="1725" b="0">
                <a:solidFill>
                  <a:srgbClr val="526770"/>
                </a:solidFill>
                <a:latin typeface="Arial"/>
                <a:ea typeface="Arial"/>
                <a:cs typeface="Arial"/>
              </a:defRPr>
            </a:pPr>
            <a:r>
              <a:rPr sz="1725" b="0" dirty="0">
                <a:solidFill>
                  <a:schemeClr val="tx1">
                    <a:lumMod val="95000"/>
                    <a:lumOff val="5000"/>
                  </a:schemeClr>
                </a:solidFill>
                <a:latin typeface="Arial"/>
                <a:ea typeface="Arial"/>
                <a:cs typeface="Arial"/>
              </a:rPr>
              <a:t>Each squad combines delivery skills around one Product Owner</a:t>
            </a:r>
          </a:p>
        </p:txBody>
      </p:sp>
    </p:spTree>
    <p:extLst>
      <p:ext uri="{BB962C8B-B14F-4D97-AF65-F5344CB8AC3E}">
        <p14:creationId xmlns:p14="http://schemas.microsoft.com/office/powerpoint/2010/main" val="1073449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visual-91">
            <a:extLst>
              <a:ext uri="{FF2B5EF4-FFF2-40B4-BE49-F238E27FC236}">
                <a16:creationId xmlns:a16="http://schemas.microsoft.com/office/drawing/2014/main" id="{E6F9DF76-5C62-464E-BC18-4A9F43515AD2}"/>
              </a:ext>
            </a:extLst>
          </p:cNvPr>
          <p:cNvSpPr>
            <a:spLocks noGrp="1"/>
          </p:cNvSpPr>
          <p:nvPr/>
        </p:nvSpPr>
        <p:spPr>
          <a:xfrm>
            <a:off x="0" y="0"/>
            <a:ext cx="133350" cy="6858000"/>
          </a:xfrm>
          <a:prstGeom prst="rect">
            <a:avLst/>
          </a:prstGeom>
          <a:solidFill>
            <a:schemeClr val="tx2">
              <a:lumMod val="75000"/>
            </a:schemeClr>
          </a:solidFill>
          <a:ln w="0">
            <a:noFill/>
            <a:prstDash val="solid"/>
          </a:ln>
        </p:spPr>
      </p:sp>
      <p:sp>
        <p:nvSpPr>
          <p:cNvPr id="2" name="visual-92">
            <a:extLst>
              <a:ext uri="{FF2B5EF4-FFF2-40B4-BE49-F238E27FC236}">
                <a16:creationId xmlns:a16="http://schemas.microsoft.com/office/drawing/2014/main" id="{BFE68AAE-3745-4AF5-8862-19208F8400E9}"/>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F7F4ED"/>
                </a:solidFill>
                <a:latin typeface="Arial"/>
                <a:ea typeface="Arial"/>
                <a:cs typeface="Arial"/>
              </a:defRPr>
            </a:defPPr>
            <a:lvl1pPr algn="l">
              <a:defRPr sz="3300" b="1">
                <a:solidFill>
                  <a:srgbClr val="F7F4ED"/>
                </a:solidFill>
                <a:latin typeface="Arial"/>
                <a:ea typeface="Arial"/>
                <a:cs typeface="Arial"/>
              </a:defRPr>
            </a:lvl1pPr>
            <a:lvl2pPr algn="l">
              <a:defRPr sz="3300" b="1">
                <a:solidFill>
                  <a:srgbClr val="F7F4ED"/>
                </a:solidFill>
                <a:latin typeface="Arial"/>
                <a:ea typeface="Arial"/>
                <a:cs typeface="Arial"/>
              </a:defRPr>
            </a:lvl2pPr>
            <a:lvl3pPr algn="l">
              <a:defRPr sz="3300" b="1">
                <a:solidFill>
                  <a:srgbClr val="F7F4ED"/>
                </a:solidFill>
                <a:latin typeface="Arial"/>
                <a:ea typeface="Arial"/>
                <a:cs typeface="Arial"/>
              </a:defRPr>
            </a:lvl3pPr>
            <a:lvl4pPr algn="l">
              <a:defRPr sz="3300" b="1">
                <a:solidFill>
                  <a:srgbClr val="F7F4ED"/>
                </a:solidFill>
                <a:latin typeface="Arial"/>
                <a:ea typeface="Arial"/>
                <a:cs typeface="Arial"/>
              </a:defRPr>
            </a:lvl4pPr>
            <a:lvl5pPr algn="l">
              <a:defRPr sz="3300" b="1">
                <a:solidFill>
                  <a:srgbClr val="F7F4ED"/>
                </a:solidFill>
                <a:latin typeface="Arial"/>
                <a:ea typeface="Arial"/>
                <a:cs typeface="Arial"/>
              </a:defRPr>
            </a:lvl5pPr>
            <a:lvl6pPr algn="l">
              <a:defRPr sz="3300" b="1">
                <a:solidFill>
                  <a:srgbClr val="F7F4ED"/>
                </a:solidFill>
                <a:latin typeface="Arial"/>
                <a:ea typeface="Arial"/>
                <a:cs typeface="Arial"/>
              </a:defRPr>
            </a:lvl6pPr>
            <a:lvl7pPr algn="l">
              <a:defRPr sz="3300" b="1">
                <a:solidFill>
                  <a:srgbClr val="F7F4ED"/>
                </a:solidFill>
                <a:latin typeface="Arial"/>
                <a:ea typeface="Arial"/>
                <a:cs typeface="Arial"/>
              </a:defRPr>
            </a:lvl7pPr>
            <a:lvl8pPr algn="l">
              <a:defRPr sz="3300" b="1">
                <a:solidFill>
                  <a:srgbClr val="F7F4ED"/>
                </a:solidFill>
                <a:latin typeface="Arial"/>
                <a:ea typeface="Arial"/>
                <a:cs typeface="Arial"/>
              </a:defRPr>
            </a:lvl8pPr>
            <a:lvl9pPr algn="l">
              <a:defRPr sz="3300" b="1">
                <a:solidFill>
                  <a:srgbClr val="F7F4ED"/>
                </a:solidFill>
                <a:latin typeface="Arial"/>
                <a:ea typeface="Arial"/>
                <a:cs typeface="Arial"/>
              </a:defRPr>
            </a:lvl9pPr>
          </a:lstStyle>
          <a:p>
            <a:endParaRPr/>
          </a:p>
        </p:txBody>
      </p:sp>
      <p:sp>
        <p:nvSpPr>
          <p:cNvPr id="3" name="visual-93">
            <a:extLst>
              <a:ext uri="{FF2B5EF4-FFF2-40B4-BE49-F238E27FC236}">
                <a16:creationId xmlns:a16="http://schemas.microsoft.com/office/drawing/2014/main" id="{36C66100-540C-43E0-AD8E-6CF939E9F4DF}"/>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BDD4D4"/>
                </a:solidFill>
                <a:latin typeface="Arial"/>
                <a:ea typeface="Arial"/>
                <a:cs typeface="Arial"/>
              </a:defRPr>
            </a:defPPr>
            <a:lvl1pPr algn="r">
              <a:defRPr sz="1200" b="0">
                <a:solidFill>
                  <a:srgbClr val="BDD4D4"/>
                </a:solidFill>
                <a:latin typeface="Arial"/>
                <a:ea typeface="Arial"/>
                <a:cs typeface="Arial"/>
              </a:defRPr>
            </a:lvl1pPr>
            <a:lvl2pPr algn="r">
              <a:defRPr sz="1200" b="0">
                <a:solidFill>
                  <a:srgbClr val="BDD4D4"/>
                </a:solidFill>
                <a:latin typeface="Arial"/>
                <a:ea typeface="Arial"/>
                <a:cs typeface="Arial"/>
              </a:defRPr>
            </a:lvl2pPr>
            <a:lvl3pPr algn="r">
              <a:defRPr sz="1200" b="0">
                <a:solidFill>
                  <a:srgbClr val="BDD4D4"/>
                </a:solidFill>
                <a:latin typeface="Arial"/>
                <a:ea typeface="Arial"/>
                <a:cs typeface="Arial"/>
              </a:defRPr>
            </a:lvl3pPr>
            <a:lvl4pPr algn="r">
              <a:defRPr sz="1200" b="0">
                <a:solidFill>
                  <a:srgbClr val="BDD4D4"/>
                </a:solidFill>
                <a:latin typeface="Arial"/>
                <a:ea typeface="Arial"/>
                <a:cs typeface="Arial"/>
              </a:defRPr>
            </a:lvl4pPr>
            <a:lvl5pPr algn="r">
              <a:defRPr sz="1200" b="0">
                <a:solidFill>
                  <a:srgbClr val="BDD4D4"/>
                </a:solidFill>
                <a:latin typeface="Arial"/>
                <a:ea typeface="Arial"/>
                <a:cs typeface="Arial"/>
              </a:defRPr>
            </a:lvl5pPr>
            <a:lvl6pPr algn="r">
              <a:defRPr sz="1200" b="0">
                <a:solidFill>
                  <a:srgbClr val="BDD4D4"/>
                </a:solidFill>
                <a:latin typeface="Arial"/>
                <a:ea typeface="Arial"/>
                <a:cs typeface="Arial"/>
              </a:defRPr>
            </a:lvl6pPr>
            <a:lvl7pPr algn="r">
              <a:defRPr sz="1200" b="0">
                <a:solidFill>
                  <a:srgbClr val="BDD4D4"/>
                </a:solidFill>
                <a:latin typeface="Arial"/>
                <a:ea typeface="Arial"/>
                <a:cs typeface="Arial"/>
              </a:defRPr>
            </a:lvl7pPr>
            <a:lvl8pPr algn="r">
              <a:defRPr sz="1200" b="0">
                <a:solidFill>
                  <a:srgbClr val="BDD4D4"/>
                </a:solidFill>
                <a:latin typeface="Arial"/>
                <a:ea typeface="Arial"/>
                <a:cs typeface="Arial"/>
              </a:defRPr>
            </a:lvl8pPr>
            <a:lvl9pPr algn="r">
              <a:defRPr sz="1200" b="0">
                <a:solidFill>
                  <a:srgbClr val="BDD4D4"/>
                </a:solidFill>
                <a:latin typeface="Arial"/>
                <a:ea typeface="Arial"/>
                <a:cs typeface="Arial"/>
              </a:defRPr>
            </a:lvl9pPr>
          </a:lstStyle>
          <a:p>
            <a:pPr algn="r">
              <a:defRPr sz="1200" b="0">
                <a:solidFill>
                  <a:srgbClr val="BDD4D4"/>
                </a:solidFill>
                <a:latin typeface="Arial"/>
                <a:ea typeface="Arial"/>
                <a:cs typeface="Arial"/>
              </a:defRPr>
            </a:pPr>
            <a:r>
              <a:rPr sz="1200" b="0" dirty="0">
                <a:solidFill>
                  <a:srgbClr val="BDD4D4"/>
                </a:solidFill>
                <a:latin typeface="Arial"/>
                <a:ea typeface="Arial"/>
                <a:cs typeface="Arial"/>
              </a:rPr>
              <a:t>   05 / 17</a:t>
            </a:r>
          </a:p>
        </p:txBody>
      </p:sp>
      <p:sp>
        <p:nvSpPr>
          <p:cNvPr id="4" name="visual-94">
            <a:extLst>
              <a:ext uri="{FF2B5EF4-FFF2-40B4-BE49-F238E27FC236}">
                <a16:creationId xmlns:a16="http://schemas.microsoft.com/office/drawing/2014/main" id="{2F44CDCB-78A6-447F-9BC0-FB6D6EEEE9AE}"/>
              </a:ext>
            </a:extLst>
          </p:cNvPr>
          <p:cNvSpPr>
            <a:spLocks noGrp="1"/>
          </p:cNvSpPr>
          <p:nvPr/>
        </p:nvSpPr>
        <p:spPr>
          <a:xfrm>
            <a:off x="628650" y="2286000"/>
            <a:ext cx="10858500" cy="1905000"/>
          </a:xfrm>
          <a:prstGeom prst="rect">
            <a:avLst/>
          </a:prstGeom>
          <a:noFill/>
          <a:ln w="0">
            <a:noFill/>
            <a:prstDash val="solid"/>
          </a:ln>
        </p:spPr>
        <p:txBody>
          <a:bodyPr lIns="0" tIns="0" rIns="0" bIns="0" anchor="ctr"/>
          <a:lstStyle>
            <a:defPPr algn="l">
              <a:defRPr sz="4575" b="1">
                <a:solidFill>
                  <a:srgbClr val="F7F4ED"/>
                </a:solidFill>
                <a:latin typeface="Arial"/>
                <a:ea typeface="Arial"/>
                <a:cs typeface="Arial"/>
              </a:defRPr>
            </a:defPPr>
            <a:lvl1pPr algn="l">
              <a:defRPr sz="4575" b="1">
                <a:solidFill>
                  <a:srgbClr val="F7F4ED"/>
                </a:solidFill>
                <a:latin typeface="Arial"/>
                <a:ea typeface="Arial"/>
                <a:cs typeface="Arial"/>
              </a:defRPr>
            </a:lvl1pPr>
            <a:lvl2pPr algn="l">
              <a:defRPr sz="4575" b="1">
                <a:solidFill>
                  <a:srgbClr val="F7F4ED"/>
                </a:solidFill>
                <a:latin typeface="Arial"/>
                <a:ea typeface="Arial"/>
                <a:cs typeface="Arial"/>
              </a:defRPr>
            </a:lvl2pPr>
            <a:lvl3pPr algn="l">
              <a:defRPr sz="4575" b="1">
                <a:solidFill>
                  <a:srgbClr val="F7F4ED"/>
                </a:solidFill>
                <a:latin typeface="Arial"/>
                <a:ea typeface="Arial"/>
                <a:cs typeface="Arial"/>
              </a:defRPr>
            </a:lvl3pPr>
            <a:lvl4pPr algn="l">
              <a:defRPr sz="4575" b="1">
                <a:solidFill>
                  <a:srgbClr val="F7F4ED"/>
                </a:solidFill>
                <a:latin typeface="Arial"/>
                <a:ea typeface="Arial"/>
                <a:cs typeface="Arial"/>
              </a:defRPr>
            </a:lvl4pPr>
            <a:lvl5pPr algn="l">
              <a:defRPr sz="4575" b="1">
                <a:solidFill>
                  <a:srgbClr val="F7F4ED"/>
                </a:solidFill>
                <a:latin typeface="Arial"/>
                <a:ea typeface="Arial"/>
                <a:cs typeface="Arial"/>
              </a:defRPr>
            </a:lvl5pPr>
            <a:lvl6pPr algn="l">
              <a:defRPr sz="4575" b="1">
                <a:solidFill>
                  <a:srgbClr val="F7F4ED"/>
                </a:solidFill>
                <a:latin typeface="Arial"/>
                <a:ea typeface="Arial"/>
                <a:cs typeface="Arial"/>
              </a:defRPr>
            </a:lvl6pPr>
            <a:lvl7pPr algn="l">
              <a:defRPr sz="4575" b="1">
                <a:solidFill>
                  <a:srgbClr val="F7F4ED"/>
                </a:solidFill>
                <a:latin typeface="Arial"/>
                <a:ea typeface="Arial"/>
                <a:cs typeface="Arial"/>
              </a:defRPr>
            </a:lvl7pPr>
            <a:lvl8pPr algn="l">
              <a:defRPr sz="4575" b="1">
                <a:solidFill>
                  <a:srgbClr val="F7F4ED"/>
                </a:solidFill>
                <a:latin typeface="Arial"/>
                <a:ea typeface="Arial"/>
                <a:cs typeface="Arial"/>
              </a:defRPr>
            </a:lvl8pPr>
            <a:lvl9pPr algn="l">
              <a:defRPr sz="4575" b="1">
                <a:solidFill>
                  <a:srgbClr val="F7F4ED"/>
                </a:solidFill>
                <a:latin typeface="Arial"/>
                <a:ea typeface="Arial"/>
                <a:cs typeface="Arial"/>
              </a:defRPr>
            </a:lvl9pPr>
          </a:lstStyle>
          <a:p>
            <a:pPr algn="l">
              <a:defRPr sz="4575" b="1">
                <a:solidFill>
                  <a:srgbClr val="F7F4ED"/>
                </a:solidFill>
                <a:latin typeface="Arial"/>
                <a:ea typeface="Arial"/>
                <a:cs typeface="Arial"/>
              </a:defRPr>
            </a:pPr>
            <a:r>
              <a:rPr sz="4575" b="1" dirty="0">
                <a:solidFill>
                  <a:schemeClr val="bg2">
                    <a:lumMod val="25000"/>
                  </a:schemeClr>
                </a:solidFill>
                <a:latin typeface="Georgia" panose="02040502050405020303" pitchFamily="18" charset="0"/>
              </a:rPr>
              <a:t>HR workforce planning</a:t>
            </a:r>
          </a:p>
          <a:p>
            <a:pPr algn="l">
              <a:defRPr sz="4575" b="1">
                <a:solidFill>
                  <a:srgbClr val="F7F4ED"/>
                </a:solidFill>
                <a:latin typeface="Arial"/>
                <a:ea typeface="Arial"/>
                <a:cs typeface="Arial"/>
              </a:defRPr>
            </a:pPr>
            <a:r>
              <a:rPr sz="4575" b="1" dirty="0">
                <a:solidFill>
                  <a:schemeClr val="bg2">
                    <a:lumMod val="25000"/>
                  </a:schemeClr>
                </a:solidFill>
                <a:latin typeface="Georgia" panose="02040502050405020303" pitchFamily="18" charset="0"/>
              </a:rPr>
              <a:t>as per our understanding</a:t>
            </a:r>
          </a:p>
        </p:txBody>
      </p:sp>
      <p:sp>
        <p:nvSpPr>
          <p:cNvPr id="5" name="visual-95">
            <a:extLst>
              <a:ext uri="{FF2B5EF4-FFF2-40B4-BE49-F238E27FC236}">
                <a16:creationId xmlns:a16="http://schemas.microsoft.com/office/drawing/2014/main" id="{769B1D88-A354-4FD1-B626-CAE0A4B935F1}"/>
              </a:ext>
            </a:extLst>
          </p:cNvPr>
          <p:cNvSpPr>
            <a:spLocks noGrp="1"/>
          </p:cNvSpPr>
          <p:nvPr/>
        </p:nvSpPr>
        <p:spPr>
          <a:xfrm>
            <a:off x="647700" y="4581525"/>
            <a:ext cx="2190750" cy="85725"/>
          </a:xfrm>
          <a:prstGeom prst="rect">
            <a:avLst/>
          </a:prstGeom>
          <a:solidFill>
            <a:schemeClr val="tx2">
              <a:lumMod val="75000"/>
            </a:schemeClr>
          </a:solidFill>
          <a:ln w="0">
            <a:noFill/>
            <a:prstDash val="solid"/>
          </a:ln>
        </p:spPr>
      </p:sp>
    </p:spTree>
    <p:extLst>
      <p:ext uri="{BB962C8B-B14F-4D97-AF65-F5344CB8AC3E}">
        <p14:creationId xmlns:p14="http://schemas.microsoft.com/office/powerpoint/2010/main" val="1101912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visual-96">
            <a:extLst>
              <a:ext uri="{FF2B5EF4-FFF2-40B4-BE49-F238E27FC236}">
                <a16:creationId xmlns:a16="http://schemas.microsoft.com/office/drawing/2014/main" id="{CABCFFAC-D51C-4067-8772-C71036EEFD7A}"/>
              </a:ext>
            </a:extLst>
          </p:cNvPr>
          <p:cNvSpPr>
            <a:spLocks noGrp="1"/>
          </p:cNvSpPr>
          <p:nvPr/>
        </p:nvSpPr>
        <p:spPr>
          <a:xfrm>
            <a:off x="0" y="0"/>
            <a:ext cx="133350" cy="6858000"/>
          </a:xfrm>
          <a:prstGeom prst="rect">
            <a:avLst/>
          </a:prstGeom>
          <a:solidFill>
            <a:schemeClr val="tx2">
              <a:lumMod val="75000"/>
            </a:schemeClr>
          </a:solidFill>
          <a:ln w="0">
            <a:noFill/>
            <a:prstDash val="solid"/>
          </a:ln>
        </p:spPr>
      </p:sp>
      <p:sp>
        <p:nvSpPr>
          <p:cNvPr id="2" name="visual-97">
            <a:extLst>
              <a:ext uri="{FF2B5EF4-FFF2-40B4-BE49-F238E27FC236}">
                <a16:creationId xmlns:a16="http://schemas.microsoft.com/office/drawing/2014/main" id="{E043BDE2-8AAA-4D84-8F11-1A8A8C19B563}"/>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132F3B"/>
                </a:solidFill>
                <a:latin typeface="Arial"/>
                <a:ea typeface="Arial"/>
                <a:cs typeface="Arial"/>
              </a:defRPr>
            </a:defPPr>
            <a:lvl1pPr algn="l">
              <a:defRPr sz="3300" b="1">
                <a:solidFill>
                  <a:srgbClr val="132F3B"/>
                </a:solidFill>
                <a:latin typeface="Arial"/>
                <a:ea typeface="Arial"/>
                <a:cs typeface="Arial"/>
              </a:defRPr>
            </a:lvl1pPr>
            <a:lvl2pPr algn="l">
              <a:defRPr sz="3300" b="1">
                <a:solidFill>
                  <a:srgbClr val="132F3B"/>
                </a:solidFill>
                <a:latin typeface="Arial"/>
                <a:ea typeface="Arial"/>
                <a:cs typeface="Arial"/>
              </a:defRPr>
            </a:lvl2pPr>
            <a:lvl3pPr algn="l">
              <a:defRPr sz="3300" b="1">
                <a:solidFill>
                  <a:srgbClr val="132F3B"/>
                </a:solidFill>
                <a:latin typeface="Arial"/>
                <a:ea typeface="Arial"/>
                <a:cs typeface="Arial"/>
              </a:defRPr>
            </a:lvl3pPr>
            <a:lvl4pPr algn="l">
              <a:defRPr sz="3300" b="1">
                <a:solidFill>
                  <a:srgbClr val="132F3B"/>
                </a:solidFill>
                <a:latin typeface="Arial"/>
                <a:ea typeface="Arial"/>
                <a:cs typeface="Arial"/>
              </a:defRPr>
            </a:lvl4pPr>
            <a:lvl5pPr algn="l">
              <a:defRPr sz="3300" b="1">
                <a:solidFill>
                  <a:srgbClr val="132F3B"/>
                </a:solidFill>
                <a:latin typeface="Arial"/>
                <a:ea typeface="Arial"/>
                <a:cs typeface="Arial"/>
              </a:defRPr>
            </a:lvl5pPr>
            <a:lvl6pPr algn="l">
              <a:defRPr sz="3300" b="1">
                <a:solidFill>
                  <a:srgbClr val="132F3B"/>
                </a:solidFill>
                <a:latin typeface="Arial"/>
                <a:ea typeface="Arial"/>
                <a:cs typeface="Arial"/>
              </a:defRPr>
            </a:lvl6pPr>
            <a:lvl7pPr algn="l">
              <a:defRPr sz="3300" b="1">
                <a:solidFill>
                  <a:srgbClr val="132F3B"/>
                </a:solidFill>
                <a:latin typeface="Arial"/>
                <a:ea typeface="Arial"/>
                <a:cs typeface="Arial"/>
              </a:defRPr>
            </a:lvl7pPr>
            <a:lvl8pPr algn="l">
              <a:defRPr sz="3300" b="1">
                <a:solidFill>
                  <a:srgbClr val="132F3B"/>
                </a:solidFill>
                <a:latin typeface="Arial"/>
                <a:ea typeface="Arial"/>
                <a:cs typeface="Arial"/>
              </a:defRPr>
            </a:lvl8pPr>
            <a:lvl9pPr algn="l">
              <a:defRPr sz="3300" b="1">
                <a:solidFill>
                  <a:srgbClr val="132F3B"/>
                </a:solidFill>
                <a:latin typeface="Arial"/>
                <a:ea typeface="Arial"/>
                <a:cs typeface="Arial"/>
              </a:defRPr>
            </a:lvl9pPr>
          </a:lstStyle>
          <a:p>
            <a:pPr algn="l">
              <a:defRPr sz="3300" b="1">
                <a:solidFill>
                  <a:srgbClr val="132F3B"/>
                </a:solidFill>
                <a:latin typeface="Arial"/>
                <a:ea typeface="Arial"/>
                <a:cs typeface="Arial"/>
              </a:defRPr>
            </a:pPr>
            <a:r>
              <a:rPr sz="3300" b="1">
                <a:solidFill>
                  <a:srgbClr val="132F3B"/>
                </a:solidFill>
                <a:latin typeface="Arial"/>
                <a:ea typeface="Arial"/>
                <a:cs typeface="Arial"/>
              </a:rPr>
              <a:t>The calculation behind 275 planned hires</a:t>
            </a:r>
          </a:p>
        </p:txBody>
      </p:sp>
      <p:sp>
        <p:nvSpPr>
          <p:cNvPr id="3" name="visual-98">
            <a:extLst>
              <a:ext uri="{FF2B5EF4-FFF2-40B4-BE49-F238E27FC236}">
                <a16:creationId xmlns:a16="http://schemas.microsoft.com/office/drawing/2014/main" id="{13ED18E7-A03A-49DE-8278-604404D9E7FE}"/>
              </a:ext>
            </a:extLst>
          </p:cNvPr>
          <p:cNvSpPr>
            <a:spLocks noGrp="1"/>
          </p:cNvSpPr>
          <p:nvPr/>
        </p:nvSpPr>
        <p:spPr>
          <a:xfrm>
            <a:off x="571500" y="1304925"/>
            <a:ext cx="11001375" cy="495300"/>
          </a:xfrm>
          <a:prstGeom prst="rect">
            <a:avLst/>
          </a:prstGeom>
          <a:noFill/>
          <a:ln w="0">
            <a:noFill/>
            <a:prstDash val="solid"/>
          </a:ln>
        </p:spPr>
        <p:txBody>
          <a:bodyPr lIns="0" tIns="0" rIns="0" bIns="0" anchor="ctr"/>
          <a:lstStyle>
            <a:defPPr algn="l">
              <a:defRPr sz="1800" b="0">
                <a:solidFill>
                  <a:srgbClr val="526770"/>
                </a:solidFill>
                <a:latin typeface="Arial"/>
                <a:ea typeface="Arial"/>
                <a:cs typeface="Arial"/>
              </a:defRPr>
            </a:defPPr>
            <a:lvl1pPr algn="l">
              <a:defRPr sz="1800" b="0">
                <a:solidFill>
                  <a:srgbClr val="526770"/>
                </a:solidFill>
                <a:latin typeface="Arial"/>
                <a:ea typeface="Arial"/>
                <a:cs typeface="Arial"/>
              </a:defRPr>
            </a:lvl1pPr>
            <a:lvl2pPr algn="l">
              <a:defRPr sz="1800" b="0">
                <a:solidFill>
                  <a:srgbClr val="526770"/>
                </a:solidFill>
                <a:latin typeface="Arial"/>
                <a:ea typeface="Arial"/>
                <a:cs typeface="Arial"/>
              </a:defRPr>
            </a:lvl2pPr>
            <a:lvl3pPr algn="l">
              <a:defRPr sz="1800" b="0">
                <a:solidFill>
                  <a:srgbClr val="526770"/>
                </a:solidFill>
                <a:latin typeface="Arial"/>
                <a:ea typeface="Arial"/>
                <a:cs typeface="Arial"/>
              </a:defRPr>
            </a:lvl3pPr>
            <a:lvl4pPr algn="l">
              <a:defRPr sz="1800" b="0">
                <a:solidFill>
                  <a:srgbClr val="526770"/>
                </a:solidFill>
                <a:latin typeface="Arial"/>
                <a:ea typeface="Arial"/>
                <a:cs typeface="Arial"/>
              </a:defRPr>
            </a:lvl4pPr>
            <a:lvl5pPr algn="l">
              <a:defRPr sz="1800" b="0">
                <a:solidFill>
                  <a:srgbClr val="526770"/>
                </a:solidFill>
                <a:latin typeface="Arial"/>
                <a:ea typeface="Arial"/>
                <a:cs typeface="Arial"/>
              </a:defRPr>
            </a:lvl5pPr>
            <a:lvl6pPr algn="l">
              <a:defRPr sz="1800" b="0">
                <a:solidFill>
                  <a:srgbClr val="526770"/>
                </a:solidFill>
                <a:latin typeface="Arial"/>
                <a:ea typeface="Arial"/>
                <a:cs typeface="Arial"/>
              </a:defRPr>
            </a:lvl6pPr>
            <a:lvl7pPr algn="l">
              <a:defRPr sz="1800" b="0">
                <a:solidFill>
                  <a:srgbClr val="526770"/>
                </a:solidFill>
                <a:latin typeface="Arial"/>
                <a:ea typeface="Arial"/>
                <a:cs typeface="Arial"/>
              </a:defRPr>
            </a:lvl7pPr>
            <a:lvl8pPr algn="l">
              <a:defRPr sz="1800" b="0">
                <a:solidFill>
                  <a:srgbClr val="526770"/>
                </a:solidFill>
                <a:latin typeface="Arial"/>
                <a:ea typeface="Arial"/>
                <a:cs typeface="Arial"/>
              </a:defRPr>
            </a:lvl8pPr>
            <a:lvl9pPr algn="l">
              <a:defRPr sz="1800" b="0">
                <a:solidFill>
                  <a:srgbClr val="526770"/>
                </a:solidFill>
                <a:latin typeface="Arial"/>
                <a:ea typeface="Arial"/>
                <a:cs typeface="Arial"/>
              </a:defRPr>
            </a:lvl9pPr>
          </a:lstStyle>
          <a:p>
            <a:pPr algn="l">
              <a:defRPr sz="1800" b="0">
                <a:solidFill>
                  <a:srgbClr val="526770"/>
                </a:solidFill>
                <a:latin typeface="Arial"/>
                <a:ea typeface="Arial"/>
                <a:cs typeface="Arial"/>
              </a:defRPr>
            </a:pPr>
            <a:r>
              <a:rPr sz="1800" b="0">
                <a:solidFill>
                  <a:srgbClr val="526770"/>
                </a:solidFill>
                <a:latin typeface="Arial"/>
                <a:ea typeface="Arial"/>
                <a:cs typeface="Arial"/>
              </a:rPr>
              <a:t>Case starting point: 600 positions across 10 proposed squads, 7 with funded demand</a:t>
            </a:r>
          </a:p>
        </p:txBody>
      </p:sp>
      <p:sp>
        <p:nvSpPr>
          <p:cNvPr id="4" name="visual-99">
            <a:extLst>
              <a:ext uri="{FF2B5EF4-FFF2-40B4-BE49-F238E27FC236}">
                <a16:creationId xmlns:a16="http://schemas.microsoft.com/office/drawing/2014/main" id="{4AF16599-907B-44C1-9FBB-D75019FD23DD}"/>
              </a:ext>
            </a:extLst>
          </p:cNvPr>
          <p:cNvSpPr>
            <a:spLocks noGrp="1"/>
          </p:cNvSpPr>
          <p:nvPr/>
        </p:nvSpPr>
        <p:spPr>
          <a:xfrm>
            <a:off x="571500" y="5772150"/>
            <a:ext cx="11001375" cy="19050"/>
          </a:xfrm>
          <a:prstGeom prst="rect">
            <a:avLst/>
          </a:prstGeom>
          <a:solidFill>
            <a:srgbClr val="C6D3D2"/>
          </a:solidFill>
          <a:ln w="0">
            <a:noFill/>
            <a:prstDash val="solid"/>
          </a:ln>
        </p:spPr>
      </p:sp>
      <p:sp>
        <p:nvSpPr>
          <p:cNvPr id="5" name="visual-100">
            <a:extLst>
              <a:ext uri="{FF2B5EF4-FFF2-40B4-BE49-F238E27FC236}">
                <a16:creationId xmlns:a16="http://schemas.microsoft.com/office/drawing/2014/main" id="{BB8E3DD5-7A72-4E2C-B5E7-0025A82E8E73}"/>
              </a:ext>
            </a:extLst>
          </p:cNvPr>
          <p:cNvSpPr>
            <a:spLocks noGrp="1"/>
          </p:cNvSpPr>
          <p:nvPr/>
        </p:nvSpPr>
        <p:spPr>
          <a:xfrm>
            <a:off x="571500" y="5895975"/>
            <a:ext cx="11001375" cy="485775"/>
          </a:xfrm>
          <a:prstGeom prst="rect">
            <a:avLst/>
          </a:prstGeom>
          <a:noFill/>
          <a:ln w="0">
            <a:noFill/>
            <a:prstDash val="solid"/>
          </a:ln>
        </p:spPr>
        <p:txBody>
          <a:bodyPr lIns="0" tIns="0" rIns="0" bIns="0" anchor="ctr"/>
          <a:lstStyle>
            <a:defPPr algn="l">
              <a:defRPr sz="1950" b="1">
                <a:solidFill>
                  <a:srgbClr val="147D80"/>
                </a:solidFill>
                <a:latin typeface="Arial"/>
                <a:ea typeface="Arial"/>
                <a:cs typeface="Arial"/>
              </a:defRPr>
            </a:defPPr>
            <a:lvl1pPr algn="l">
              <a:defRPr sz="1950" b="1">
                <a:solidFill>
                  <a:srgbClr val="147D80"/>
                </a:solidFill>
                <a:latin typeface="Arial"/>
                <a:ea typeface="Arial"/>
                <a:cs typeface="Arial"/>
              </a:defRPr>
            </a:lvl1pPr>
            <a:lvl2pPr algn="l">
              <a:defRPr sz="1950" b="1">
                <a:solidFill>
                  <a:srgbClr val="147D80"/>
                </a:solidFill>
                <a:latin typeface="Arial"/>
                <a:ea typeface="Arial"/>
                <a:cs typeface="Arial"/>
              </a:defRPr>
            </a:lvl2pPr>
            <a:lvl3pPr algn="l">
              <a:defRPr sz="1950" b="1">
                <a:solidFill>
                  <a:srgbClr val="147D80"/>
                </a:solidFill>
                <a:latin typeface="Arial"/>
                <a:ea typeface="Arial"/>
                <a:cs typeface="Arial"/>
              </a:defRPr>
            </a:lvl3pPr>
            <a:lvl4pPr algn="l">
              <a:defRPr sz="1950" b="1">
                <a:solidFill>
                  <a:srgbClr val="147D80"/>
                </a:solidFill>
                <a:latin typeface="Arial"/>
                <a:ea typeface="Arial"/>
                <a:cs typeface="Arial"/>
              </a:defRPr>
            </a:lvl4pPr>
            <a:lvl5pPr algn="l">
              <a:defRPr sz="1950" b="1">
                <a:solidFill>
                  <a:srgbClr val="147D80"/>
                </a:solidFill>
                <a:latin typeface="Arial"/>
                <a:ea typeface="Arial"/>
                <a:cs typeface="Arial"/>
              </a:defRPr>
            </a:lvl5pPr>
            <a:lvl6pPr algn="l">
              <a:defRPr sz="1950" b="1">
                <a:solidFill>
                  <a:srgbClr val="147D80"/>
                </a:solidFill>
                <a:latin typeface="Arial"/>
                <a:ea typeface="Arial"/>
                <a:cs typeface="Arial"/>
              </a:defRPr>
            </a:lvl6pPr>
            <a:lvl7pPr algn="l">
              <a:defRPr sz="1950" b="1">
                <a:solidFill>
                  <a:srgbClr val="147D80"/>
                </a:solidFill>
                <a:latin typeface="Arial"/>
                <a:ea typeface="Arial"/>
                <a:cs typeface="Arial"/>
              </a:defRPr>
            </a:lvl7pPr>
            <a:lvl8pPr algn="l">
              <a:defRPr sz="1950" b="1">
                <a:solidFill>
                  <a:srgbClr val="147D80"/>
                </a:solidFill>
                <a:latin typeface="Arial"/>
                <a:ea typeface="Arial"/>
                <a:cs typeface="Arial"/>
              </a:defRPr>
            </a:lvl8pPr>
            <a:lvl9pPr algn="l">
              <a:defRPr sz="1950" b="1">
                <a:solidFill>
                  <a:srgbClr val="147D80"/>
                </a:solidFill>
                <a:latin typeface="Arial"/>
                <a:ea typeface="Arial"/>
                <a:cs typeface="Arial"/>
              </a:defRPr>
            </a:lvl9pPr>
          </a:lstStyle>
          <a:p>
            <a:pPr algn="l">
              <a:defRPr sz="1950" b="1">
                <a:solidFill>
                  <a:srgbClr val="147D80"/>
                </a:solidFill>
                <a:latin typeface="Arial"/>
                <a:ea typeface="Arial"/>
                <a:cs typeface="Arial"/>
              </a:defRPr>
            </a:pPr>
            <a:r>
              <a:rPr sz="1950" b="1" dirty="0">
                <a:latin typeface="Arial"/>
                <a:ea typeface="Arial"/>
                <a:cs typeface="Arial"/>
              </a:rPr>
              <a:t>332 squad positions need 223 external hires. Backfill and replacement cover make 275.</a:t>
            </a:r>
          </a:p>
        </p:txBody>
      </p:sp>
      <p:sp>
        <p:nvSpPr>
          <p:cNvPr id="6" name="visual-101">
            <a:extLst>
              <a:ext uri="{FF2B5EF4-FFF2-40B4-BE49-F238E27FC236}">
                <a16:creationId xmlns:a16="http://schemas.microsoft.com/office/drawing/2014/main" id="{8DBDB7E2-7F36-47C7-8368-A2C00F63E5F5}"/>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526770"/>
                </a:solidFill>
                <a:latin typeface="Arial"/>
                <a:ea typeface="Arial"/>
                <a:cs typeface="Arial"/>
              </a:defRPr>
            </a:defPPr>
            <a:lvl1pPr algn="r">
              <a:defRPr sz="1200" b="0">
                <a:solidFill>
                  <a:srgbClr val="526770"/>
                </a:solidFill>
                <a:latin typeface="Arial"/>
                <a:ea typeface="Arial"/>
                <a:cs typeface="Arial"/>
              </a:defRPr>
            </a:lvl1pPr>
            <a:lvl2pPr algn="r">
              <a:defRPr sz="1200" b="0">
                <a:solidFill>
                  <a:srgbClr val="526770"/>
                </a:solidFill>
                <a:latin typeface="Arial"/>
                <a:ea typeface="Arial"/>
                <a:cs typeface="Arial"/>
              </a:defRPr>
            </a:lvl2pPr>
            <a:lvl3pPr algn="r">
              <a:defRPr sz="1200" b="0">
                <a:solidFill>
                  <a:srgbClr val="526770"/>
                </a:solidFill>
                <a:latin typeface="Arial"/>
                <a:ea typeface="Arial"/>
                <a:cs typeface="Arial"/>
              </a:defRPr>
            </a:lvl3pPr>
            <a:lvl4pPr algn="r">
              <a:defRPr sz="1200" b="0">
                <a:solidFill>
                  <a:srgbClr val="526770"/>
                </a:solidFill>
                <a:latin typeface="Arial"/>
                <a:ea typeface="Arial"/>
                <a:cs typeface="Arial"/>
              </a:defRPr>
            </a:lvl4pPr>
            <a:lvl5pPr algn="r">
              <a:defRPr sz="1200" b="0">
                <a:solidFill>
                  <a:srgbClr val="526770"/>
                </a:solidFill>
                <a:latin typeface="Arial"/>
                <a:ea typeface="Arial"/>
                <a:cs typeface="Arial"/>
              </a:defRPr>
            </a:lvl5pPr>
            <a:lvl6pPr algn="r">
              <a:defRPr sz="1200" b="0">
                <a:solidFill>
                  <a:srgbClr val="526770"/>
                </a:solidFill>
                <a:latin typeface="Arial"/>
                <a:ea typeface="Arial"/>
                <a:cs typeface="Arial"/>
              </a:defRPr>
            </a:lvl6pPr>
            <a:lvl7pPr algn="r">
              <a:defRPr sz="1200" b="0">
                <a:solidFill>
                  <a:srgbClr val="526770"/>
                </a:solidFill>
                <a:latin typeface="Arial"/>
                <a:ea typeface="Arial"/>
                <a:cs typeface="Arial"/>
              </a:defRPr>
            </a:lvl7pPr>
            <a:lvl8pPr algn="r">
              <a:defRPr sz="1200" b="0">
                <a:solidFill>
                  <a:srgbClr val="526770"/>
                </a:solidFill>
                <a:latin typeface="Arial"/>
                <a:ea typeface="Arial"/>
                <a:cs typeface="Arial"/>
              </a:defRPr>
            </a:lvl8pPr>
            <a:lvl9pPr algn="r">
              <a:defRPr sz="1200" b="0">
                <a:solidFill>
                  <a:srgbClr val="526770"/>
                </a:solidFill>
                <a:latin typeface="Arial"/>
                <a:ea typeface="Arial"/>
                <a:cs typeface="Arial"/>
              </a:defRPr>
            </a:lvl9pPr>
          </a:lstStyle>
          <a:p>
            <a:pPr algn="r">
              <a:defRPr sz="1200" b="0">
                <a:solidFill>
                  <a:srgbClr val="526770"/>
                </a:solidFill>
                <a:latin typeface="Arial"/>
                <a:ea typeface="Arial"/>
                <a:cs typeface="Arial"/>
              </a:defRPr>
            </a:pPr>
            <a:r>
              <a:rPr sz="1200" b="0" dirty="0">
                <a:solidFill>
                  <a:srgbClr val="526770"/>
                </a:solidFill>
                <a:latin typeface="Arial"/>
                <a:ea typeface="Arial"/>
                <a:cs typeface="Arial"/>
              </a:rPr>
              <a:t>   06 / 17</a:t>
            </a:r>
          </a:p>
        </p:txBody>
      </p:sp>
      <p:graphicFrame>
        <p:nvGraphicFramePr>
          <p:cNvPr id="7" name="Table 6">
            <a:extLst>
              <a:ext uri="{FF2B5EF4-FFF2-40B4-BE49-F238E27FC236}">
                <a16:creationId xmlns:a16="http://schemas.microsoft.com/office/drawing/2014/main" id="{D044D528-0CFD-474F-ADAD-2A3566EB7674}"/>
              </a:ext>
            </a:extLst>
          </p:cNvPr>
          <p:cNvGraphicFramePr/>
          <p:nvPr/>
        </p:nvGraphicFramePr>
        <p:xfrm>
          <a:off x="571500" y="1990725"/>
          <a:ext cx="6896100" cy="3000378"/>
        </p:xfrm>
        <a:graphic>
          <a:graphicData uri="http://schemas.openxmlformats.org/drawingml/2006/table">
            <a:tbl>
              <a:tblPr/>
              <a:tblGrid>
                <a:gridCol w="52768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tblGrid>
              <a:tr h="500063">
                <a:tc>
                  <a:txBody>
                    <a:bodyPr/>
                    <a:lstStyle/>
                    <a:p>
                      <a:pPr algn="l"/>
                      <a:r>
                        <a:rPr sz="1875" b="1">
                          <a:solidFill>
                            <a:srgbClr val="FFFFFF"/>
                          </a:solidFill>
                          <a:latin typeface="Arial"/>
                          <a:ea typeface="Arial"/>
                          <a:cs typeface="Arial"/>
                        </a:rPr>
                        <a:t>Funded work calculation</a:t>
                      </a:r>
                    </a:p>
                  </a:txBody>
                  <a:tcPr anchor="ctr">
                    <a:lnL w="5715">
                      <a:solidFill>
                        <a:srgbClr val="C6D3D2"/>
                      </a:solidFill>
                      <a:prstDash val="soli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875" b="1">
                          <a:solidFill>
                            <a:srgbClr val="FFFFFF"/>
                          </a:solidFill>
                          <a:latin typeface="Arial"/>
                          <a:ea typeface="Arial"/>
                          <a:cs typeface="Arial"/>
                        </a:rPr>
                        <a:t>People</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extLst>
                  <a:ext uri="{0D108BD9-81ED-4DB2-BD59-A6C34878D82A}">
                    <a16:rowId xmlns:a16="http://schemas.microsoft.com/office/drawing/2014/main" val="10000"/>
                  </a:ext>
                </a:extLst>
              </a:tr>
              <a:tr h="500063">
                <a:tc>
                  <a:txBody>
                    <a:bodyPr/>
                    <a:lstStyle/>
                    <a:p>
                      <a:pPr algn="l"/>
                      <a:r>
                        <a:rPr sz="1875" b="0">
                          <a:solidFill>
                            <a:srgbClr val="132F3B"/>
                          </a:solidFill>
                          <a:latin typeface="Arial"/>
                          <a:ea typeface="Arial"/>
                          <a:cs typeface="Arial"/>
                        </a:rPr>
                        <a:t>7 funded squads × 60 assumed size</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875" b="0" dirty="0">
                          <a:solidFill>
                            <a:srgbClr val="132F3B"/>
                          </a:solidFill>
                          <a:latin typeface="Arial"/>
                          <a:ea typeface="Arial"/>
                          <a:cs typeface="Arial"/>
                        </a:rPr>
                        <a:t>420.0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1"/>
                  </a:ext>
                </a:extLst>
              </a:tr>
              <a:tr h="500063">
                <a:tc>
                  <a:txBody>
                    <a:bodyPr/>
                    <a:lstStyle/>
                    <a:p>
                      <a:pPr algn="l"/>
                      <a:r>
                        <a:rPr sz="1875" b="0">
                          <a:solidFill>
                            <a:srgbClr val="132F3B"/>
                          </a:solidFill>
                          <a:latin typeface="Arial"/>
                          <a:ea typeface="Arial"/>
                          <a:cs typeface="Arial"/>
                        </a:rPr>
                        <a:t>Less duplicate work, 5%</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875" b="0">
                          <a:solidFill>
                            <a:srgbClr val="132F3B"/>
                          </a:solidFill>
                          <a:latin typeface="Arial"/>
                          <a:ea typeface="Arial"/>
                          <a:cs typeface="Arial"/>
                        </a:rPr>
                        <a:t>−21.0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extLst>
                  <a:ext uri="{0D108BD9-81ED-4DB2-BD59-A6C34878D82A}">
                    <a16:rowId xmlns:a16="http://schemas.microsoft.com/office/drawing/2014/main" val="10002"/>
                  </a:ext>
                </a:extLst>
              </a:tr>
              <a:tr h="500063">
                <a:tc>
                  <a:txBody>
                    <a:bodyPr/>
                    <a:lstStyle/>
                    <a:p>
                      <a:pPr algn="l"/>
                      <a:r>
                        <a:rPr sz="1875" b="0">
                          <a:solidFill>
                            <a:srgbClr val="132F3B"/>
                          </a:solidFill>
                          <a:latin typeface="Arial"/>
                          <a:ea typeface="Arial"/>
                          <a:cs typeface="Arial"/>
                        </a:rPr>
                        <a:t>Less handoff redesign, 10%</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875" b="0">
                          <a:solidFill>
                            <a:srgbClr val="132F3B"/>
                          </a:solidFill>
                          <a:latin typeface="Arial"/>
                          <a:ea typeface="Arial"/>
                          <a:cs typeface="Arial"/>
                        </a:rPr>
                        <a:t>−42.0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3"/>
                  </a:ext>
                </a:extLst>
              </a:tr>
              <a:tr h="500063">
                <a:tc>
                  <a:txBody>
                    <a:bodyPr/>
                    <a:lstStyle/>
                    <a:p>
                      <a:pPr algn="l"/>
                      <a:r>
                        <a:rPr sz="1875" b="0">
                          <a:solidFill>
                            <a:srgbClr val="132F3B"/>
                          </a:solidFill>
                          <a:latin typeface="Arial"/>
                          <a:ea typeface="Arial"/>
                          <a:cs typeface="Arial"/>
                        </a:rPr>
                        <a:t>Less retired work, 12% × 50%</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875" b="0">
                          <a:solidFill>
                            <a:srgbClr val="132F3B"/>
                          </a:solidFill>
                          <a:latin typeface="Arial"/>
                          <a:ea typeface="Arial"/>
                          <a:cs typeface="Arial"/>
                        </a:rPr>
                        <a:t>−25.2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extLst>
                  <a:ext uri="{0D108BD9-81ED-4DB2-BD59-A6C34878D82A}">
                    <a16:rowId xmlns:a16="http://schemas.microsoft.com/office/drawing/2014/main" val="10004"/>
                  </a:ext>
                </a:extLst>
              </a:tr>
              <a:tr h="500063">
                <a:tc>
                  <a:txBody>
                    <a:bodyPr/>
                    <a:lstStyle/>
                    <a:p>
                      <a:pPr algn="l"/>
                      <a:r>
                        <a:rPr sz="1875" b="1">
                          <a:solidFill>
                            <a:srgbClr val="132F3B"/>
                          </a:solidFill>
                          <a:latin typeface="Arial"/>
                          <a:ea typeface="Arial"/>
                          <a:cs typeface="Arial"/>
                        </a:rPr>
                        <a:t>Net need, before rounding</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875" b="1" dirty="0">
                          <a:solidFill>
                            <a:srgbClr val="132F3B"/>
                          </a:solidFill>
                          <a:latin typeface="Arial"/>
                          <a:ea typeface="Arial"/>
                          <a:cs typeface="Arial"/>
                        </a:rPr>
                        <a:t>331.8</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extLst>
                  <a:ext uri="{0D108BD9-81ED-4DB2-BD59-A6C34878D82A}">
                    <a16:rowId xmlns:a16="http://schemas.microsoft.com/office/drawing/2014/main" val="10005"/>
                  </a:ext>
                </a:extLst>
              </a:tr>
            </a:tbl>
          </a:graphicData>
        </a:graphic>
      </p:graphicFrame>
      <p:sp>
        <p:nvSpPr>
          <p:cNvPr id="8" name="visual-102">
            <a:extLst>
              <a:ext uri="{FF2B5EF4-FFF2-40B4-BE49-F238E27FC236}">
                <a16:creationId xmlns:a16="http://schemas.microsoft.com/office/drawing/2014/main" id="{08D40D8C-CDDE-4C51-B3F8-EB3D041552CC}"/>
              </a:ext>
            </a:extLst>
          </p:cNvPr>
          <p:cNvSpPr>
            <a:spLocks noGrp="1"/>
          </p:cNvSpPr>
          <p:nvPr/>
        </p:nvSpPr>
        <p:spPr>
          <a:xfrm>
            <a:off x="7953375" y="1914525"/>
            <a:ext cx="3619500" cy="1143000"/>
          </a:xfrm>
          <a:prstGeom prst="rect">
            <a:avLst/>
          </a:prstGeom>
          <a:noFill/>
          <a:ln w="0">
            <a:noFill/>
            <a:prstDash val="solid"/>
          </a:ln>
        </p:spPr>
        <p:txBody>
          <a:bodyPr lIns="0" tIns="0" rIns="0" bIns="0" anchor="ctr"/>
          <a:lstStyle>
            <a:defPPr algn="l">
              <a:defRPr sz="7200" b="1">
                <a:solidFill>
                  <a:srgbClr val="D15D43"/>
                </a:solidFill>
                <a:latin typeface="Arial"/>
                <a:ea typeface="Arial"/>
                <a:cs typeface="Arial"/>
              </a:defRPr>
            </a:defPPr>
            <a:lvl1pPr algn="l">
              <a:defRPr sz="7200" b="1">
                <a:solidFill>
                  <a:srgbClr val="D15D43"/>
                </a:solidFill>
                <a:latin typeface="Arial"/>
                <a:ea typeface="Arial"/>
                <a:cs typeface="Arial"/>
              </a:defRPr>
            </a:lvl1pPr>
            <a:lvl2pPr algn="l">
              <a:defRPr sz="7200" b="1">
                <a:solidFill>
                  <a:srgbClr val="D15D43"/>
                </a:solidFill>
                <a:latin typeface="Arial"/>
                <a:ea typeface="Arial"/>
                <a:cs typeface="Arial"/>
              </a:defRPr>
            </a:lvl2pPr>
            <a:lvl3pPr algn="l">
              <a:defRPr sz="7200" b="1">
                <a:solidFill>
                  <a:srgbClr val="D15D43"/>
                </a:solidFill>
                <a:latin typeface="Arial"/>
                <a:ea typeface="Arial"/>
                <a:cs typeface="Arial"/>
              </a:defRPr>
            </a:lvl3pPr>
            <a:lvl4pPr algn="l">
              <a:defRPr sz="7200" b="1">
                <a:solidFill>
                  <a:srgbClr val="D15D43"/>
                </a:solidFill>
                <a:latin typeface="Arial"/>
                <a:ea typeface="Arial"/>
                <a:cs typeface="Arial"/>
              </a:defRPr>
            </a:lvl4pPr>
            <a:lvl5pPr algn="l">
              <a:defRPr sz="7200" b="1">
                <a:solidFill>
                  <a:srgbClr val="D15D43"/>
                </a:solidFill>
                <a:latin typeface="Arial"/>
                <a:ea typeface="Arial"/>
                <a:cs typeface="Arial"/>
              </a:defRPr>
            </a:lvl5pPr>
            <a:lvl6pPr algn="l">
              <a:defRPr sz="7200" b="1">
                <a:solidFill>
                  <a:srgbClr val="D15D43"/>
                </a:solidFill>
                <a:latin typeface="Arial"/>
                <a:ea typeface="Arial"/>
                <a:cs typeface="Arial"/>
              </a:defRPr>
            </a:lvl6pPr>
            <a:lvl7pPr algn="l">
              <a:defRPr sz="7200" b="1">
                <a:solidFill>
                  <a:srgbClr val="D15D43"/>
                </a:solidFill>
                <a:latin typeface="Arial"/>
                <a:ea typeface="Arial"/>
                <a:cs typeface="Arial"/>
              </a:defRPr>
            </a:lvl7pPr>
            <a:lvl8pPr algn="l">
              <a:defRPr sz="7200" b="1">
                <a:solidFill>
                  <a:srgbClr val="D15D43"/>
                </a:solidFill>
                <a:latin typeface="Arial"/>
                <a:ea typeface="Arial"/>
                <a:cs typeface="Arial"/>
              </a:defRPr>
            </a:lvl8pPr>
            <a:lvl9pPr algn="l">
              <a:defRPr sz="7200" b="1">
                <a:solidFill>
                  <a:srgbClr val="D15D43"/>
                </a:solidFill>
                <a:latin typeface="Arial"/>
                <a:ea typeface="Arial"/>
                <a:cs typeface="Arial"/>
              </a:defRPr>
            </a:lvl9pPr>
          </a:lstStyle>
          <a:p>
            <a:pPr algn="l">
              <a:defRPr sz="7200" b="1">
                <a:solidFill>
                  <a:srgbClr val="D15D43"/>
                </a:solidFill>
                <a:latin typeface="Arial"/>
                <a:ea typeface="Arial"/>
                <a:cs typeface="Arial"/>
              </a:defRPr>
            </a:pPr>
            <a:r>
              <a:rPr sz="7200" b="1">
                <a:solidFill>
                  <a:srgbClr val="D15D43"/>
                </a:solidFill>
                <a:latin typeface="Arial"/>
                <a:ea typeface="Arial"/>
                <a:cs typeface="Arial"/>
              </a:rPr>
              <a:t>275</a:t>
            </a:r>
          </a:p>
        </p:txBody>
      </p:sp>
      <p:sp>
        <p:nvSpPr>
          <p:cNvPr id="9" name="visual-103">
            <a:extLst>
              <a:ext uri="{FF2B5EF4-FFF2-40B4-BE49-F238E27FC236}">
                <a16:creationId xmlns:a16="http://schemas.microsoft.com/office/drawing/2014/main" id="{C6B9749D-62F0-41C8-B812-8A27898B7736}"/>
              </a:ext>
            </a:extLst>
          </p:cNvPr>
          <p:cNvSpPr>
            <a:spLocks noGrp="1"/>
          </p:cNvSpPr>
          <p:nvPr/>
        </p:nvSpPr>
        <p:spPr>
          <a:xfrm>
            <a:off x="7953375" y="3095625"/>
            <a:ext cx="3619500" cy="476250"/>
          </a:xfrm>
          <a:prstGeom prst="rect">
            <a:avLst/>
          </a:prstGeom>
          <a:noFill/>
          <a:ln w="0">
            <a:noFill/>
            <a:prstDash val="solid"/>
          </a:ln>
        </p:spPr>
        <p:txBody>
          <a:bodyPr lIns="0" tIns="0" rIns="0" bIns="0" anchor="ctr"/>
          <a:lstStyle>
            <a:defPPr algn="l">
              <a:defRPr sz="2025" b="1">
                <a:solidFill>
                  <a:srgbClr val="132F3B"/>
                </a:solidFill>
                <a:latin typeface="Arial"/>
                <a:ea typeface="Arial"/>
                <a:cs typeface="Arial"/>
              </a:defRPr>
            </a:defPPr>
            <a:lvl1pPr algn="l">
              <a:defRPr sz="2025" b="1">
                <a:solidFill>
                  <a:srgbClr val="132F3B"/>
                </a:solidFill>
                <a:latin typeface="Arial"/>
                <a:ea typeface="Arial"/>
                <a:cs typeface="Arial"/>
              </a:defRPr>
            </a:lvl1pPr>
            <a:lvl2pPr algn="l">
              <a:defRPr sz="2025" b="1">
                <a:solidFill>
                  <a:srgbClr val="132F3B"/>
                </a:solidFill>
                <a:latin typeface="Arial"/>
                <a:ea typeface="Arial"/>
                <a:cs typeface="Arial"/>
              </a:defRPr>
            </a:lvl2pPr>
            <a:lvl3pPr algn="l">
              <a:defRPr sz="2025" b="1">
                <a:solidFill>
                  <a:srgbClr val="132F3B"/>
                </a:solidFill>
                <a:latin typeface="Arial"/>
                <a:ea typeface="Arial"/>
                <a:cs typeface="Arial"/>
              </a:defRPr>
            </a:lvl3pPr>
            <a:lvl4pPr algn="l">
              <a:defRPr sz="2025" b="1">
                <a:solidFill>
                  <a:srgbClr val="132F3B"/>
                </a:solidFill>
                <a:latin typeface="Arial"/>
                <a:ea typeface="Arial"/>
                <a:cs typeface="Arial"/>
              </a:defRPr>
            </a:lvl4pPr>
            <a:lvl5pPr algn="l">
              <a:defRPr sz="2025" b="1">
                <a:solidFill>
                  <a:srgbClr val="132F3B"/>
                </a:solidFill>
                <a:latin typeface="Arial"/>
                <a:ea typeface="Arial"/>
                <a:cs typeface="Arial"/>
              </a:defRPr>
            </a:lvl5pPr>
            <a:lvl6pPr algn="l">
              <a:defRPr sz="2025" b="1">
                <a:solidFill>
                  <a:srgbClr val="132F3B"/>
                </a:solidFill>
                <a:latin typeface="Arial"/>
                <a:ea typeface="Arial"/>
                <a:cs typeface="Arial"/>
              </a:defRPr>
            </a:lvl6pPr>
            <a:lvl7pPr algn="l">
              <a:defRPr sz="2025" b="1">
                <a:solidFill>
                  <a:srgbClr val="132F3B"/>
                </a:solidFill>
                <a:latin typeface="Arial"/>
                <a:ea typeface="Arial"/>
                <a:cs typeface="Arial"/>
              </a:defRPr>
            </a:lvl7pPr>
            <a:lvl8pPr algn="l">
              <a:defRPr sz="2025" b="1">
                <a:solidFill>
                  <a:srgbClr val="132F3B"/>
                </a:solidFill>
                <a:latin typeface="Arial"/>
                <a:ea typeface="Arial"/>
                <a:cs typeface="Arial"/>
              </a:defRPr>
            </a:lvl8pPr>
            <a:lvl9pPr algn="l">
              <a:defRPr sz="2025" b="1">
                <a:solidFill>
                  <a:srgbClr val="132F3B"/>
                </a:solidFill>
                <a:latin typeface="Arial"/>
                <a:ea typeface="Arial"/>
                <a:cs typeface="Arial"/>
              </a:defRPr>
            </a:lvl9pPr>
          </a:lstStyle>
          <a:p>
            <a:pPr algn="l">
              <a:defRPr sz="2025" b="1">
                <a:solidFill>
                  <a:srgbClr val="132F3B"/>
                </a:solidFill>
                <a:latin typeface="Arial"/>
                <a:ea typeface="Arial"/>
                <a:cs typeface="Arial"/>
              </a:defRPr>
            </a:pPr>
            <a:r>
              <a:rPr sz="2025" b="1">
                <a:solidFill>
                  <a:srgbClr val="132F3B"/>
                </a:solidFill>
                <a:latin typeface="Arial"/>
                <a:ea typeface="Arial"/>
                <a:cs typeface="Arial"/>
              </a:rPr>
              <a:t>planned hiring actions</a:t>
            </a:r>
          </a:p>
        </p:txBody>
      </p:sp>
      <p:sp>
        <p:nvSpPr>
          <p:cNvPr id="10" name="visual-104">
            <a:extLst>
              <a:ext uri="{FF2B5EF4-FFF2-40B4-BE49-F238E27FC236}">
                <a16:creationId xmlns:a16="http://schemas.microsoft.com/office/drawing/2014/main" id="{D4E5E797-2BED-40D7-996D-36DA9F32E1A4}"/>
              </a:ext>
            </a:extLst>
          </p:cNvPr>
          <p:cNvSpPr>
            <a:spLocks noGrp="1"/>
          </p:cNvSpPr>
          <p:nvPr/>
        </p:nvSpPr>
        <p:spPr>
          <a:xfrm>
            <a:off x="7972425" y="3733800"/>
            <a:ext cx="3571875" cy="1285875"/>
          </a:xfrm>
          <a:prstGeom prst="rect">
            <a:avLst/>
          </a:prstGeom>
          <a:noFill/>
          <a:ln w="0">
            <a:noFill/>
            <a:prstDash val="solid"/>
          </a:ln>
        </p:spPr>
        <p:txBody>
          <a:bodyPr lIns="0" tIns="0" rIns="0" bIns="0" anchor="ctr"/>
          <a:lstStyle>
            <a:defPPr algn="l">
              <a:defRPr sz="2250" b="0">
                <a:solidFill>
                  <a:srgbClr val="132F3B"/>
                </a:solidFill>
                <a:latin typeface="Arial"/>
                <a:ea typeface="Arial"/>
                <a:cs typeface="Arial"/>
              </a:defRPr>
            </a:defPPr>
            <a:lvl1pPr algn="l">
              <a:defRPr sz="2250" b="0">
                <a:solidFill>
                  <a:srgbClr val="132F3B"/>
                </a:solidFill>
                <a:latin typeface="Arial"/>
                <a:ea typeface="Arial"/>
                <a:cs typeface="Arial"/>
              </a:defRPr>
            </a:lvl1pPr>
            <a:lvl2pPr algn="l">
              <a:defRPr sz="2250" b="0">
                <a:solidFill>
                  <a:srgbClr val="132F3B"/>
                </a:solidFill>
                <a:latin typeface="Arial"/>
                <a:ea typeface="Arial"/>
                <a:cs typeface="Arial"/>
              </a:defRPr>
            </a:lvl2pPr>
            <a:lvl3pPr algn="l">
              <a:defRPr sz="2250" b="0">
                <a:solidFill>
                  <a:srgbClr val="132F3B"/>
                </a:solidFill>
                <a:latin typeface="Arial"/>
                <a:ea typeface="Arial"/>
                <a:cs typeface="Arial"/>
              </a:defRPr>
            </a:lvl3pPr>
            <a:lvl4pPr algn="l">
              <a:defRPr sz="2250" b="0">
                <a:solidFill>
                  <a:srgbClr val="132F3B"/>
                </a:solidFill>
                <a:latin typeface="Arial"/>
                <a:ea typeface="Arial"/>
                <a:cs typeface="Arial"/>
              </a:defRPr>
            </a:lvl4pPr>
            <a:lvl5pPr algn="l">
              <a:defRPr sz="2250" b="0">
                <a:solidFill>
                  <a:srgbClr val="132F3B"/>
                </a:solidFill>
                <a:latin typeface="Arial"/>
                <a:ea typeface="Arial"/>
                <a:cs typeface="Arial"/>
              </a:defRPr>
            </a:lvl5pPr>
            <a:lvl6pPr algn="l">
              <a:defRPr sz="2250" b="0">
                <a:solidFill>
                  <a:srgbClr val="132F3B"/>
                </a:solidFill>
                <a:latin typeface="Arial"/>
                <a:ea typeface="Arial"/>
                <a:cs typeface="Arial"/>
              </a:defRPr>
            </a:lvl6pPr>
            <a:lvl7pPr algn="l">
              <a:defRPr sz="2250" b="0">
                <a:solidFill>
                  <a:srgbClr val="132F3B"/>
                </a:solidFill>
                <a:latin typeface="Arial"/>
                <a:ea typeface="Arial"/>
                <a:cs typeface="Arial"/>
              </a:defRPr>
            </a:lvl7pPr>
            <a:lvl8pPr algn="l">
              <a:defRPr sz="2250" b="0">
                <a:solidFill>
                  <a:srgbClr val="132F3B"/>
                </a:solidFill>
                <a:latin typeface="Arial"/>
                <a:ea typeface="Arial"/>
                <a:cs typeface="Arial"/>
              </a:defRPr>
            </a:lvl8pPr>
            <a:lvl9pPr algn="l">
              <a:defRPr sz="2250" b="0">
                <a:solidFill>
                  <a:srgbClr val="132F3B"/>
                </a:solidFill>
                <a:latin typeface="Arial"/>
                <a:ea typeface="Arial"/>
                <a:cs typeface="Arial"/>
              </a:defRPr>
            </a:lvl9pPr>
          </a:lstStyle>
          <a:p>
            <a:pPr algn="l">
              <a:defRPr sz="2250" b="0">
                <a:solidFill>
                  <a:srgbClr val="132F3B"/>
                </a:solidFill>
                <a:latin typeface="Arial"/>
                <a:ea typeface="Arial"/>
                <a:cs typeface="Arial"/>
              </a:defRPr>
            </a:pPr>
            <a:r>
              <a:rPr sz="2250" b="0">
                <a:solidFill>
                  <a:srgbClr val="132F3B"/>
                </a:solidFill>
                <a:latin typeface="Arial"/>
                <a:ea typeface="Arial"/>
                <a:cs typeface="Arial"/>
              </a:rPr>
              <a:t>223 squad positions</a:t>
            </a:r>
          </a:p>
          <a:p>
            <a:pPr algn="l">
              <a:defRPr sz="2250" b="0">
                <a:solidFill>
                  <a:srgbClr val="132F3B"/>
                </a:solidFill>
                <a:latin typeface="Arial"/>
                <a:ea typeface="Arial"/>
                <a:cs typeface="Arial"/>
              </a:defRPr>
            </a:pPr>
            <a:r>
              <a:rPr sz="2250" b="0">
                <a:solidFill>
                  <a:srgbClr val="132F3B"/>
                </a:solidFill>
                <a:latin typeface="Arial"/>
                <a:ea typeface="Arial"/>
                <a:cs typeface="Arial"/>
              </a:rPr>
              <a:t>+ 38 legacy backfills</a:t>
            </a:r>
          </a:p>
          <a:p>
            <a:pPr algn="l">
              <a:defRPr sz="2250" b="0">
                <a:solidFill>
                  <a:srgbClr val="132F3B"/>
                </a:solidFill>
                <a:latin typeface="Arial"/>
                <a:ea typeface="Arial"/>
                <a:cs typeface="Arial"/>
              </a:defRPr>
            </a:pPr>
            <a:r>
              <a:rPr sz="2250" b="0">
                <a:solidFill>
                  <a:srgbClr val="132F3B"/>
                </a:solidFill>
                <a:latin typeface="Arial"/>
                <a:ea typeface="Arial"/>
                <a:cs typeface="Arial"/>
              </a:rPr>
              <a:t>+ 14 replacements</a:t>
            </a:r>
          </a:p>
        </p:txBody>
      </p:sp>
      <p:sp>
        <p:nvSpPr>
          <p:cNvPr id="11" name="visual-105">
            <a:extLst>
              <a:ext uri="{FF2B5EF4-FFF2-40B4-BE49-F238E27FC236}">
                <a16:creationId xmlns:a16="http://schemas.microsoft.com/office/drawing/2014/main" id="{E7E95F6C-9FF8-43B9-BEAB-F30073DCCAC7}"/>
              </a:ext>
            </a:extLst>
          </p:cNvPr>
          <p:cNvSpPr>
            <a:spLocks noGrp="1"/>
          </p:cNvSpPr>
          <p:nvPr/>
        </p:nvSpPr>
        <p:spPr>
          <a:xfrm>
            <a:off x="571500" y="5172075"/>
            <a:ext cx="10953750" cy="419100"/>
          </a:xfrm>
          <a:prstGeom prst="rect">
            <a:avLst/>
          </a:prstGeom>
          <a:noFill/>
          <a:ln w="0">
            <a:noFill/>
            <a:prstDash val="solid"/>
          </a:ln>
        </p:spPr>
        <p:txBody>
          <a:bodyPr lIns="0" tIns="0" rIns="0" bIns="0" anchor="ctr"/>
          <a:lstStyle>
            <a:defPPr algn="l">
              <a:defRPr sz="2100" b="1">
                <a:solidFill>
                  <a:srgbClr val="147D80"/>
                </a:solidFill>
                <a:latin typeface="Arial"/>
                <a:ea typeface="Arial"/>
                <a:cs typeface="Arial"/>
              </a:defRPr>
            </a:defPPr>
            <a:lvl1pPr algn="l">
              <a:defRPr sz="2100" b="1">
                <a:solidFill>
                  <a:srgbClr val="147D80"/>
                </a:solidFill>
                <a:latin typeface="Arial"/>
                <a:ea typeface="Arial"/>
                <a:cs typeface="Arial"/>
              </a:defRPr>
            </a:lvl1pPr>
            <a:lvl2pPr algn="l">
              <a:defRPr sz="2100" b="1">
                <a:solidFill>
                  <a:srgbClr val="147D80"/>
                </a:solidFill>
                <a:latin typeface="Arial"/>
                <a:ea typeface="Arial"/>
                <a:cs typeface="Arial"/>
              </a:defRPr>
            </a:lvl2pPr>
            <a:lvl3pPr algn="l">
              <a:defRPr sz="2100" b="1">
                <a:solidFill>
                  <a:srgbClr val="147D80"/>
                </a:solidFill>
                <a:latin typeface="Arial"/>
                <a:ea typeface="Arial"/>
                <a:cs typeface="Arial"/>
              </a:defRPr>
            </a:lvl3pPr>
            <a:lvl4pPr algn="l">
              <a:defRPr sz="2100" b="1">
                <a:solidFill>
                  <a:srgbClr val="147D80"/>
                </a:solidFill>
                <a:latin typeface="Arial"/>
                <a:ea typeface="Arial"/>
                <a:cs typeface="Arial"/>
              </a:defRPr>
            </a:lvl4pPr>
            <a:lvl5pPr algn="l">
              <a:defRPr sz="2100" b="1">
                <a:solidFill>
                  <a:srgbClr val="147D80"/>
                </a:solidFill>
                <a:latin typeface="Arial"/>
                <a:ea typeface="Arial"/>
                <a:cs typeface="Arial"/>
              </a:defRPr>
            </a:lvl5pPr>
            <a:lvl6pPr algn="l">
              <a:defRPr sz="2100" b="1">
                <a:solidFill>
                  <a:srgbClr val="147D80"/>
                </a:solidFill>
                <a:latin typeface="Arial"/>
                <a:ea typeface="Arial"/>
                <a:cs typeface="Arial"/>
              </a:defRPr>
            </a:lvl6pPr>
            <a:lvl7pPr algn="l">
              <a:defRPr sz="2100" b="1">
                <a:solidFill>
                  <a:srgbClr val="147D80"/>
                </a:solidFill>
                <a:latin typeface="Arial"/>
                <a:ea typeface="Arial"/>
                <a:cs typeface="Arial"/>
              </a:defRPr>
            </a:lvl7pPr>
            <a:lvl8pPr algn="l">
              <a:defRPr sz="2100" b="1">
                <a:solidFill>
                  <a:srgbClr val="147D80"/>
                </a:solidFill>
                <a:latin typeface="Arial"/>
                <a:ea typeface="Arial"/>
                <a:cs typeface="Arial"/>
              </a:defRPr>
            </a:lvl8pPr>
            <a:lvl9pPr algn="l">
              <a:defRPr sz="2100" b="1">
                <a:solidFill>
                  <a:srgbClr val="147D80"/>
                </a:solidFill>
                <a:latin typeface="Arial"/>
                <a:ea typeface="Arial"/>
                <a:cs typeface="Arial"/>
              </a:defRPr>
            </a:lvl9pPr>
          </a:lstStyle>
          <a:p>
            <a:pPr algn="l">
              <a:defRPr sz="2100" b="1">
                <a:solidFill>
                  <a:srgbClr val="147D80"/>
                </a:solidFill>
                <a:latin typeface="Arial"/>
                <a:ea typeface="Arial"/>
                <a:cs typeface="Arial"/>
              </a:defRPr>
            </a:pPr>
            <a:r>
              <a:rPr sz="2100" b="1" dirty="0">
                <a:latin typeface="Arial"/>
                <a:ea typeface="Arial"/>
                <a:cs typeface="Arial"/>
              </a:rPr>
              <a:t>332 = 76 internal + 33 vendor + 223 external</a:t>
            </a:r>
          </a:p>
        </p:txBody>
      </p:sp>
    </p:spTree>
    <p:extLst>
      <p:ext uri="{BB962C8B-B14F-4D97-AF65-F5344CB8AC3E}">
        <p14:creationId xmlns:p14="http://schemas.microsoft.com/office/powerpoint/2010/main" val="1511691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visual-106">
            <a:extLst>
              <a:ext uri="{FF2B5EF4-FFF2-40B4-BE49-F238E27FC236}">
                <a16:creationId xmlns:a16="http://schemas.microsoft.com/office/drawing/2014/main" id="{E8B733F1-7DD7-4D7C-A412-C6E95175260B}"/>
              </a:ext>
            </a:extLst>
          </p:cNvPr>
          <p:cNvSpPr>
            <a:spLocks noGrp="1"/>
          </p:cNvSpPr>
          <p:nvPr/>
        </p:nvSpPr>
        <p:spPr>
          <a:xfrm>
            <a:off x="-18288" y="0"/>
            <a:ext cx="133350" cy="6858000"/>
          </a:xfrm>
          <a:prstGeom prst="rect">
            <a:avLst/>
          </a:prstGeom>
          <a:solidFill>
            <a:schemeClr val="tx2">
              <a:lumMod val="75000"/>
            </a:schemeClr>
          </a:solidFill>
          <a:ln w="0">
            <a:noFill/>
            <a:prstDash val="solid"/>
          </a:ln>
        </p:spPr>
      </p:sp>
      <p:sp>
        <p:nvSpPr>
          <p:cNvPr id="2" name="visual-107">
            <a:extLst>
              <a:ext uri="{FF2B5EF4-FFF2-40B4-BE49-F238E27FC236}">
                <a16:creationId xmlns:a16="http://schemas.microsoft.com/office/drawing/2014/main" id="{16CDF39E-1453-49E1-933F-A03216D9491F}"/>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132F3B"/>
                </a:solidFill>
                <a:latin typeface="Arial"/>
                <a:ea typeface="Arial"/>
                <a:cs typeface="Arial"/>
              </a:defRPr>
            </a:defPPr>
            <a:lvl1pPr algn="l">
              <a:defRPr sz="3300" b="1">
                <a:solidFill>
                  <a:srgbClr val="132F3B"/>
                </a:solidFill>
                <a:latin typeface="Arial"/>
                <a:ea typeface="Arial"/>
                <a:cs typeface="Arial"/>
              </a:defRPr>
            </a:lvl1pPr>
            <a:lvl2pPr algn="l">
              <a:defRPr sz="3300" b="1">
                <a:solidFill>
                  <a:srgbClr val="132F3B"/>
                </a:solidFill>
                <a:latin typeface="Arial"/>
                <a:ea typeface="Arial"/>
                <a:cs typeface="Arial"/>
              </a:defRPr>
            </a:lvl2pPr>
            <a:lvl3pPr algn="l">
              <a:defRPr sz="3300" b="1">
                <a:solidFill>
                  <a:srgbClr val="132F3B"/>
                </a:solidFill>
                <a:latin typeface="Arial"/>
                <a:ea typeface="Arial"/>
                <a:cs typeface="Arial"/>
              </a:defRPr>
            </a:lvl3pPr>
            <a:lvl4pPr algn="l">
              <a:defRPr sz="3300" b="1">
                <a:solidFill>
                  <a:srgbClr val="132F3B"/>
                </a:solidFill>
                <a:latin typeface="Arial"/>
                <a:ea typeface="Arial"/>
                <a:cs typeface="Arial"/>
              </a:defRPr>
            </a:lvl4pPr>
            <a:lvl5pPr algn="l">
              <a:defRPr sz="3300" b="1">
                <a:solidFill>
                  <a:srgbClr val="132F3B"/>
                </a:solidFill>
                <a:latin typeface="Arial"/>
                <a:ea typeface="Arial"/>
                <a:cs typeface="Arial"/>
              </a:defRPr>
            </a:lvl5pPr>
            <a:lvl6pPr algn="l">
              <a:defRPr sz="3300" b="1">
                <a:solidFill>
                  <a:srgbClr val="132F3B"/>
                </a:solidFill>
                <a:latin typeface="Arial"/>
                <a:ea typeface="Arial"/>
                <a:cs typeface="Arial"/>
              </a:defRPr>
            </a:lvl6pPr>
            <a:lvl7pPr algn="l">
              <a:defRPr sz="3300" b="1">
                <a:solidFill>
                  <a:srgbClr val="132F3B"/>
                </a:solidFill>
                <a:latin typeface="Arial"/>
                <a:ea typeface="Arial"/>
                <a:cs typeface="Arial"/>
              </a:defRPr>
            </a:lvl7pPr>
            <a:lvl8pPr algn="l">
              <a:defRPr sz="3300" b="1">
                <a:solidFill>
                  <a:srgbClr val="132F3B"/>
                </a:solidFill>
                <a:latin typeface="Arial"/>
                <a:ea typeface="Arial"/>
                <a:cs typeface="Arial"/>
              </a:defRPr>
            </a:lvl8pPr>
            <a:lvl9pPr algn="l">
              <a:defRPr sz="3300" b="1">
                <a:solidFill>
                  <a:srgbClr val="132F3B"/>
                </a:solidFill>
                <a:latin typeface="Arial"/>
                <a:ea typeface="Arial"/>
                <a:cs typeface="Arial"/>
              </a:defRPr>
            </a:lvl9pPr>
          </a:lstStyle>
          <a:p>
            <a:pPr algn="l">
              <a:defRPr sz="3300" b="1">
                <a:solidFill>
                  <a:srgbClr val="132F3B"/>
                </a:solidFill>
                <a:latin typeface="Arial"/>
                <a:ea typeface="Arial"/>
                <a:cs typeface="Arial"/>
              </a:defRPr>
            </a:pPr>
            <a:r>
              <a:rPr sz="3300" b="1">
                <a:solidFill>
                  <a:srgbClr val="132F3B"/>
                </a:solidFill>
                <a:latin typeface="Arial"/>
                <a:ea typeface="Arial"/>
                <a:cs typeface="Arial"/>
              </a:rPr>
              <a:t>The workforce plan by role</a:t>
            </a:r>
          </a:p>
        </p:txBody>
      </p:sp>
      <p:sp>
        <p:nvSpPr>
          <p:cNvPr id="3" name="visual-108">
            <a:extLst>
              <a:ext uri="{FF2B5EF4-FFF2-40B4-BE49-F238E27FC236}">
                <a16:creationId xmlns:a16="http://schemas.microsoft.com/office/drawing/2014/main" id="{27A34730-D5DA-4BB8-A21D-8B21822F754C}"/>
              </a:ext>
            </a:extLst>
          </p:cNvPr>
          <p:cNvSpPr>
            <a:spLocks noGrp="1"/>
          </p:cNvSpPr>
          <p:nvPr/>
        </p:nvSpPr>
        <p:spPr>
          <a:xfrm>
            <a:off x="571500" y="1304925"/>
            <a:ext cx="11001375" cy="495300"/>
          </a:xfrm>
          <a:prstGeom prst="rect">
            <a:avLst/>
          </a:prstGeom>
          <a:noFill/>
          <a:ln w="0">
            <a:noFill/>
            <a:prstDash val="solid"/>
          </a:ln>
        </p:spPr>
        <p:txBody>
          <a:bodyPr lIns="0" tIns="0" rIns="0" bIns="0" anchor="ctr"/>
          <a:lstStyle>
            <a:defPPr algn="l">
              <a:defRPr sz="1800" b="0">
                <a:solidFill>
                  <a:srgbClr val="526770"/>
                </a:solidFill>
                <a:latin typeface="Arial"/>
                <a:ea typeface="Arial"/>
                <a:cs typeface="Arial"/>
              </a:defRPr>
            </a:defPPr>
            <a:lvl1pPr algn="l">
              <a:defRPr sz="1800" b="0">
                <a:solidFill>
                  <a:srgbClr val="526770"/>
                </a:solidFill>
                <a:latin typeface="Arial"/>
                <a:ea typeface="Arial"/>
                <a:cs typeface="Arial"/>
              </a:defRPr>
            </a:lvl1pPr>
            <a:lvl2pPr algn="l">
              <a:defRPr sz="1800" b="0">
                <a:solidFill>
                  <a:srgbClr val="526770"/>
                </a:solidFill>
                <a:latin typeface="Arial"/>
                <a:ea typeface="Arial"/>
                <a:cs typeface="Arial"/>
              </a:defRPr>
            </a:lvl2pPr>
            <a:lvl3pPr algn="l">
              <a:defRPr sz="1800" b="0">
                <a:solidFill>
                  <a:srgbClr val="526770"/>
                </a:solidFill>
                <a:latin typeface="Arial"/>
                <a:ea typeface="Arial"/>
                <a:cs typeface="Arial"/>
              </a:defRPr>
            </a:lvl3pPr>
            <a:lvl4pPr algn="l">
              <a:defRPr sz="1800" b="0">
                <a:solidFill>
                  <a:srgbClr val="526770"/>
                </a:solidFill>
                <a:latin typeface="Arial"/>
                <a:ea typeface="Arial"/>
                <a:cs typeface="Arial"/>
              </a:defRPr>
            </a:lvl4pPr>
            <a:lvl5pPr algn="l">
              <a:defRPr sz="1800" b="0">
                <a:solidFill>
                  <a:srgbClr val="526770"/>
                </a:solidFill>
                <a:latin typeface="Arial"/>
                <a:ea typeface="Arial"/>
                <a:cs typeface="Arial"/>
              </a:defRPr>
            </a:lvl5pPr>
            <a:lvl6pPr algn="l">
              <a:defRPr sz="1800" b="0">
                <a:solidFill>
                  <a:srgbClr val="526770"/>
                </a:solidFill>
                <a:latin typeface="Arial"/>
                <a:ea typeface="Arial"/>
                <a:cs typeface="Arial"/>
              </a:defRPr>
            </a:lvl6pPr>
            <a:lvl7pPr algn="l">
              <a:defRPr sz="1800" b="0">
                <a:solidFill>
                  <a:srgbClr val="526770"/>
                </a:solidFill>
                <a:latin typeface="Arial"/>
                <a:ea typeface="Arial"/>
                <a:cs typeface="Arial"/>
              </a:defRPr>
            </a:lvl7pPr>
            <a:lvl8pPr algn="l">
              <a:defRPr sz="1800" b="0">
                <a:solidFill>
                  <a:srgbClr val="526770"/>
                </a:solidFill>
                <a:latin typeface="Arial"/>
                <a:ea typeface="Arial"/>
                <a:cs typeface="Arial"/>
              </a:defRPr>
            </a:lvl8pPr>
            <a:lvl9pPr algn="l">
              <a:defRPr sz="1800" b="0">
                <a:solidFill>
                  <a:srgbClr val="526770"/>
                </a:solidFill>
                <a:latin typeface="Arial"/>
                <a:ea typeface="Arial"/>
                <a:cs typeface="Arial"/>
              </a:defRPr>
            </a:lvl9pPr>
          </a:lstStyle>
          <a:p>
            <a:pPr algn="l">
              <a:defRPr sz="1800" b="0">
                <a:solidFill>
                  <a:srgbClr val="526770"/>
                </a:solidFill>
                <a:latin typeface="Arial"/>
                <a:ea typeface="Arial"/>
                <a:cs typeface="Arial"/>
              </a:defRPr>
            </a:pPr>
            <a:r>
              <a:rPr sz="1800" b="0">
                <a:solidFill>
                  <a:srgbClr val="526770"/>
                </a:solidFill>
                <a:latin typeface="Arial"/>
                <a:ea typeface="Arial"/>
                <a:cs typeface="Arial"/>
              </a:rPr>
              <a:t>Need includes backfill. Planned hires include early-exit replacements.</a:t>
            </a:r>
          </a:p>
        </p:txBody>
      </p:sp>
      <p:sp>
        <p:nvSpPr>
          <p:cNvPr id="4" name="visual-109">
            <a:extLst>
              <a:ext uri="{FF2B5EF4-FFF2-40B4-BE49-F238E27FC236}">
                <a16:creationId xmlns:a16="http://schemas.microsoft.com/office/drawing/2014/main" id="{17A21FA4-088F-43E0-BDC2-895332BECDC6}"/>
              </a:ext>
            </a:extLst>
          </p:cNvPr>
          <p:cNvSpPr>
            <a:spLocks noGrp="1"/>
          </p:cNvSpPr>
          <p:nvPr/>
        </p:nvSpPr>
        <p:spPr>
          <a:xfrm>
            <a:off x="571500" y="5772150"/>
            <a:ext cx="11001375" cy="19050"/>
          </a:xfrm>
          <a:prstGeom prst="rect">
            <a:avLst/>
          </a:prstGeom>
          <a:solidFill>
            <a:srgbClr val="C6D3D2"/>
          </a:solidFill>
          <a:ln w="0">
            <a:noFill/>
            <a:prstDash val="solid"/>
          </a:ln>
        </p:spPr>
      </p:sp>
      <p:sp>
        <p:nvSpPr>
          <p:cNvPr id="5" name="visual-110">
            <a:extLst>
              <a:ext uri="{FF2B5EF4-FFF2-40B4-BE49-F238E27FC236}">
                <a16:creationId xmlns:a16="http://schemas.microsoft.com/office/drawing/2014/main" id="{3E64BB8A-7D3C-4BCC-95D1-AE3CE01AAA01}"/>
              </a:ext>
            </a:extLst>
          </p:cNvPr>
          <p:cNvSpPr>
            <a:spLocks noGrp="1"/>
          </p:cNvSpPr>
          <p:nvPr/>
        </p:nvSpPr>
        <p:spPr>
          <a:xfrm>
            <a:off x="571500" y="5895975"/>
            <a:ext cx="11001375" cy="485775"/>
          </a:xfrm>
          <a:prstGeom prst="rect">
            <a:avLst/>
          </a:prstGeom>
          <a:noFill/>
          <a:ln w="0">
            <a:noFill/>
            <a:prstDash val="solid"/>
          </a:ln>
        </p:spPr>
        <p:txBody>
          <a:bodyPr lIns="0" tIns="0" rIns="0" bIns="0" anchor="ctr"/>
          <a:lstStyle>
            <a:defPPr algn="l">
              <a:defRPr sz="1950" b="1">
                <a:solidFill>
                  <a:srgbClr val="147D80"/>
                </a:solidFill>
                <a:latin typeface="Arial"/>
                <a:ea typeface="Arial"/>
                <a:cs typeface="Arial"/>
              </a:defRPr>
            </a:defPPr>
            <a:lvl1pPr algn="l">
              <a:defRPr sz="1950" b="1">
                <a:solidFill>
                  <a:srgbClr val="147D80"/>
                </a:solidFill>
                <a:latin typeface="Arial"/>
                <a:ea typeface="Arial"/>
                <a:cs typeface="Arial"/>
              </a:defRPr>
            </a:lvl1pPr>
            <a:lvl2pPr algn="l">
              <a:defRPr sz="1950" b="1">
                <a:solidFill>
                  <a:srgbClr val="147D80"/>
                </a:solidFill>
                <a:latin typeface="Arial"/>
                <a:ea typeface="Arial"/>
                <a:cs typeface="Arial"/>
              </a:defRPr>
            </a:lvl2pPr>
            <a:lvl3pPr algn="l">
              <a:defRPr sz="1950" b="1">
                <a:solidFill>
                  <a:srgbClr val="147D80"/>
                </a:solidFill>
                <a:latin typeface="Arial"/>
                <a:ea typeface="Arial"/>
                <a:cs typeface="Arial"/>
              </a:defRPr>
            </a:lvl3pPr>
            <a:lvl4pPr algn="l">
              <a:defRPr sz="1950" b="1">
                <a:solidFill>
                  <a:srgbClr val="147D80"/>
                </a:solidFill>
                <a:latin typeface="Arial"/>
                <a:ea typeface="Arial"/>
                <a:cs typeface="Arial"/>
              </a:defRPr>
            </a:lvl4pPr>
            <a:lvl5pPr algn="l">
              <a:defRPr sz="1950" b="1">
                <a:solidFill>
                  <a:srgbClr val="147D80"/>
                </a:solidFill>
                <a:latin typeface="Arial"/>
                <a:ea typeface="Arial"/>
                <a:cs typeface="Arial"/>
              </a:defRPr>
            </a:lvl5pPr>
            <a:lvl6pPr algn="l">
              <a:defRPr sz="1950" b="1">
                <a:solidFill>
                  <a:srgbClr val="147D80"/>
                </a:solidFill>
                <a:latin typeface="Arial"/>
                <a:ea typeface="Arial"/>
                <a:cs typeface="Arial"/>
              </a:defRPr>
            </a:lvl6pPr>
            <a:lvl7pPr algn="l">
              <a:defRPr sz="1950" b="1">
                <a:solidFill>
                  <a:srgbClr val="147D80"/>
                </a:solidFill>
                <a:latin typeface="Arial"/>
                <a:ea typeface="Arial"/>
                <a:cs typeface="Arial"/>
              </a:defRPr>
            </a:lvl7pPr>
            <a:lvl8pPr algn="l">
              <a:defRPr sz="1950" b="1">
                <a:solidFill>
                  <a:srgbClr val="147D80"/>
                </a:solidFill>
                <a:latin typeface="Arial"/>
                <a:ea typeface="Arial"/>
                <a:cs typeface="Arial"/>
              </a:defRPr>
            </a:lvl8pPr>
            <a:lvl9pPr algn="l">
              <a:defRPr sz="1950" b="1">
                <a:solidFill>
                  <a:srgbClr val="147D80"/>
                </a:solidFill>
                <a:latin typeface="Arial"/>
                <a:ea typeface="Arial"/>
                <a:cs typeface="Arial"/>
              </a:defRPr>
            </a:lvl9pPr>
          </a:lstStyle>
          <a:p>
            <a:pPr algn="l">
              <a:defRPr sz="1950" b="1">
                <a:solidFill>
                  <a:srgbClr val="147D80"/>
                </a:solidFill>
                <a:latin typeface="Arial"/>
                <a:ea typeface="Arial"/>
                <a:cs typeface="Arial"/>
              </a:defRPr>
            </a:pPr>
            <a:r>
              <a:rPr sz="1950" b="1">
                <a:solidFill>
                  <a:srgbClr val="147D80"/>
                </a:solidFill>
                <a:latin typeface="Arial"/>
                <a:ea typeface="Arial"/>
                <a:cs typeface="Arial"/>
              </a:rPr>
              <a:t>370 capacity positions = 332 in squads + 38 backfill. The hiring plan is 275.</a:t>
            </a:r>
          </a:p>
        </p:txBody>
      </p:sp>
      <p:sp>
        <p:nvSpPr>
          <p:cNvPr id="6" name="visual-111">
            <a:extLst>
              <a:ext uri="{FF2B5EF4-FFF2-40B4-BE49-F238E27FC236}">
                <a16:creationId xmlns:a16="http://schemas.microsoft.com/office/drawing/2014/main" id="{6DB6D8D2-4F32-4BA8-8336-6017149ED722}"/>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526770"/>
                </a:solidFill>
                <a:latin typeface="Arial"/>
                <a:ea typeface="Arial"/>
                <a:cs typeface="Arial"/>
              </a:defRPr>
            </a:defPPr>
            <a:lvl1pPr algn="r">
              <a:defRPr sz="1200" b="0">
                <a:solidFill>
                  <a:srgbClr val="526770"/>
                </a:solidFill>
                <a:latin typeface="Arial"/>
                <a:ea typeface="Arial"/>
                <a:cs typeface="Arial"/>
              </a:defRPr>
            </a:lvl1pPr>
            <a:lvl2pPr algn="r">
              <a:defRPr sz="1200" b="0">
                <a:solidFill>
                  <a:srgbClr val="526770"/>
                </a:solidFill>
                <a:latin typeface="Arial"/>
                <a:ea typeface="Arial"/>
                <a:cs typeface="Arial"/>
              </a:defRPr>
            </a:lvl2pPr>
            <a:lvl3pPr algn="r">
              <a:defRPr sz="1200" b="0">
                <a:solidFill>
                  <a:srgbClr val="526770"/>
                </a:solidFill>
                <a:latin typeface="Arial"/>
                <a:ea typeface="Arial"/>
                <a:cs typeface="Arial"/>
              </a:defRPr>
            </a:lvl3pPr>
            <a:lvl4pPr algn="r">
              <a:defRPr sz="1200" b="0">
                <a:solidFill>
                  <a:srgbClr val="526770"/>
                </a:solidFill>
                <a:latin typeface="Arial"/>
                <a:ea typeface="Arial"/>
                <a:cs typeface="Arial"/>
              </a:defRPr>
            </a:lvl4pPr>
            <a:lvl5pPr algn="r">
              <a:defRPr sz="1200" b="0">
                <a:solidFill>
                  <a:srgbClr val="526770"/>
                </a:solidFill>
                <a:latin typeface="Arial"/>
                <a:ea typeface="Arial"/>
                <a:cs typeface="Arial"/>
              </a:defRPr>
            </a:lvl5pPr>
            <a:lvl6pPr algn="r">
              <a:defRPr sz="1200" b="0">
                <a:solidFill>
                  <a:srgbClr val="526770"/>
                </a:solidFill>
                <a:latin typeface="Arial"/>
                <a:ea typeface="Arial"/>
                <a:cs typeface="Arial"/>
              </a:defRPr>
            </a:lvl6pPr>
            <a:lvl7pPr algn="r">
              <a:defRPr sz="1200" b="0">
                <a:solidFill>
                  <a:srgbClr val="526770"/>
                </a:solidFill>
                <a:latin typeface="Arial"/>
                <a:ea typeface="Arial"/>
                <a:cs typeface="Arial"/>
              </a:defRPr>
            </a:lvl7pPr>
            <a:lvl8pPr algn="r">
              <a:defRPr sz="1200" b="0">
                <a:solidFill>
                  <a:srgbClr val="526770"/>
                </a:solidFill>
                <a:latin typeface="Arial"/>
                <a:ea typeface="Arial"/>
                <a:cs typeface="Arial"/>
              </a:defRPr>
            </a:lvl8pPr>
            <a:lvl9pPr algn="r">
              <a:defRPr sz="1200" b="0">
                <a:solidFill>
                  <a:srgbClr val="526770"/>
                </a:solidFill>
                <a:latin typeface="Arial"/>
                <a:ea typeface="Arial"/>
                <a:cs typeface="Arial"/>
              </a:defRPr>
            </a:lvl9pPr>
          </a:lstStyle>
          <a:p>
            <a:pPr algn="r">
              <a:defRPr sz="1200" b="0">
                <a:solidFill>
                  <a:srgbClr val="526770"/>
                </a:solidFill>
                <a:latin typeface="Arial"/>
                <a:ea typeface="Arial"/>
                <a:cs typeface="Arial"/>
              </a:defRPr>
            </a:pPr>
            <a:r>
              <a:rPr sz="1200" b="0" dirty="0">
                <a:solidFill>
                  <a:srgbClr val="526770"/>
                </a:solidFill>
                <a:latin typeface="Arial"/>
                <a:ea typeface="Arial"/>
                <a:cs typeface="Arial"/>
              </a:rPr>
              <a:t>   07 / 17</a:t>
            </a:r>
          </a:p>
        </p:txBody>
      </p:sp>
      <p:graphicFrame>
        <p:nvGraphicFramePr>
          <p:cNvPr id="7" name="Table 6">
            <a:extLst>
              <a:ext uri="{FF2B5EF4-FFF2-40B4-BE49-F238E27FC236}">
                <a16:creationId xmlns:a16="http://schemas.microsoft.com/office/drawing/2014/main" id="{9B77C388-2F3C-4F80-9EEB-2836DF1ABB13}"/>
              </a:ext>
            </a:extLst>
          </p:cNvPr>
          <p:cNvGraphicFramePr/>
          <p:nvPr/>
        </p:nvGraphicFramePr>
        <p:xfrm>
          <a:off x="571500" y="1981200"/>
          <a:ext cx="11001375" cy="3188970"/>
        </p:xfrm>
        <a:graphic>
          <a:graphicData uri="http://schemas.openxmlformats.org/drawingml/2006/table">
            <a:tbl>
              <a:tblPr/>
              <a:tblGrid>
                <a:gridCol w="404812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62050">
                  <a:extLst>
                    <a:ext uri="{9D8B030D-6E8A-4147-A177-3AD203B41FA5}">
                      <a16:colId xmlns:a16="http://schemas.microsoft.com/office/drawing/2014/main" val="20002"/>
                    </a:ext>
                  </a:extLst>
                </a:gridCol>
                <a:gridCol w="1162050">
                  <a:extLst>
                    <a:ext uri="{9D8B030D-6E8A-4147-A177-3AD203B41FA5}">
                      <a16:colId xmlns:a16="http://schemas.microsoft.com/office/drawing/2014/main" val="20003"/>
                    </a:ext>
                  </a:extLst>
                </a:gridCol>
                <a:gridCol w="1162050">
                  <a:extLst>
                    <a:ext uri="{9D8B030D-6E8A-4147-A177-3AD203B41FA5}">
                      <a16:colId xmlns:a16="http://schemas.microsoft.com/office/drawing/2014/main" val="20004"/>
                    </a:ext>
                  </a:extLst>
                </a:gridCol>
                <a:gridCol w="1162050">
                  <a:extLst>
                    <a:ext uri="{9D8B030D-6E8A-4147-A177-3AD203B41FA5}">
                      <a16:colId xmlns:a16="http://schemas.microsoft.com/office/drawing/2014/main" val="20005"/>
                    </a:ext>
                  </a:extLst>
                </a:gridCol>
                <a:gridCol w="1162050">
                  <a:extLst>
                    <a:ext uri="{9D8B030D-6E8A-4147-A177-3AD203B41FA5}">
                      <a16:colId xmlns:a16="http://schemas.microsoft.com/office/drawing/2014/main" val="20006"/>
                    </a:ext>
                  </a:extLst>
                </a:gridCol>
              </a:tblGrid>
              <a:tr h="346075">
                <a:tc>
                  <a:txBody>
                    <a:bodyPr/>
                    <a:lstStyle/>
                    <a:p>
                      <a:pPr algn="l"/>
                      <a:r>
                        <a:rPr sz="1725" b="1">
                          <a:solidFill>
                            <a:srgbClr val="FFFFFF"/>
                          </a:solidFill>
                          <a:latin typeface="Arial"/>
                          <a:ea typeface="Arial"/>
                          <a:cs typeface="Arial"/>
                        </a:rPr>
                        <a:t>Role</a:t>
                      </a:r>
                    </a:p>
                  </a:txBody>
                  <a:tcPr anchor="ctr">
                    <a:lnL w="5715">
                      <a:solidFill>
                        <a:srgbClr val="C6D3D2"/>
                      </a:solidFill>
                      <a:prstDash val="soli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Need</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Internal</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Vendor</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External</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Replace</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Hires</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extLst>
                  <a:ext uri="{0D108BD9-81ED-4DB2-BD59-A6C34878D82A}">
                    <a16:rowId xmlns:a16="http://schemas.microsoft.com/office/drawing/2014/main" val="10000"/>
                  </a:ext>
                </a:extLst>
              </a:tr>
              <a:tr h="346075">
                <a:tc>
                  <a:txBody>
                    <a:bodyPr/>
                    <a:lstStyle/>
                    <a:p>
                      <a:pPr algn="l"/>
                      <a:r>
                        <a:rPr sz="1725" b="0">
                          <a:solidFill>
                            <a:srgbClr val="132F3B"/>
                          </a:solidFill>
                          <a:latin typeface="Arial"/>
                          <a:ea typeface="Arial"/>
                          <a:cs typeface="Arial"/>
                        </a:rPr>
                        <a:t>Product Owner</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1"/>
                  </a:ext>
                </a:extLst>
              </a:tr>
              <a:tr h="346075">
                <a:tc>
                  <a:txBody>
                    <a:bodyPr/>
                    <a:lstStyle/>
                    <a:p>
                      <a:pPr algn="l"/>
                      <a:r>
                        <a:rPr sz="1725" b="0">
                          <a:solidFill>
                            <a:srgbClr val="132F3B"/>
                          </a:solidFill>
                          <a:latin typeface="Arial"/>
                          <a:ea typeface="Arial"/>
                          <a:cs typeface="Arial"/>
                        </a:rPr>
                        <a:t>Platform and Software</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130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20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20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90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95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extLst>
                  <a:ext uri="{0D108BD9-81ED-4DB2-BD59-A6C34878D82A}">
                    <a16:rowId xmlns:a16="http://schemas.microsoft.com/office/drawing/2014/main" val="10002"/>
                  </a:ext>
                </a:extLst>
              </a:tr>
              <a:tr h="346075">
                <a:tc>
                  <a:txBody>
                    <a:bodyPr/>
                    <a:lstStyle/>
                    <a:p>
                      <a:pPr algn="l"/>
                      <a:r>
                        <a:rPr sz="1725" b="0">
                          <a:solidFill>
                            <a:srgbClr val="132F3B"/>
                          </a:solidFill>
                          <a:latin typeface="Arial"/>
                          <a:ea typeface="Arial"/>
                          <a:cs typeface="Arial"/>
                        </a:rPr>
                        <a:t>Data and AI</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81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16</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8</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57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60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3"/>
                  </a:ext>
                </a:extLst>
              </a:tr>
              <a:tr h="346075">
                <a:tc>
                  <a:txBody>
                    <a:bodyPr/>
                    <a:lstStyle/>
                    <a:p>
                      <a:pPr algn="l"/>
                      <a:r>
                        <a:rPr sz="1725" b="0">
                          <a:solidFill>
                            <a:srgbClr val="132F3B"/>
                          </a:solidFill>
                          <a:latin typeface="Arial"/>
                          <a:ea typeface="Arial"/>
                          <a:cs typeface="Arial"/>
                        </a:rPr>
                        <a:t>Quality and AI Assurance</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49</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32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34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extLst>
                  <a:ext uri="{0D108BD9-81ED-4DB2-BD59-A6C34878D82A}">
                    <a16:rowId xmlns:a16="http://schemas.microsoft.com/office/drawing/2014/main" val="10004"/>
                  </a:ext>
                </a:extLst>
              </a:tr>
              <a:tr h="346075">
                <a:tc>
                  <a:txBody>
                    <a:bodyPr/>
                    <a:lstStyle/>
                    <a:p>
                      <a:pPr algn="l"/>
                      <a:r>
                        <a:rPr sz="1725" b="0">
                          <a:solidFill>
                            <a:srgbClr val="132F3B"/>
                          </a:solidFill>
                          <a:latin typeface="Arial"/>
                          <a:ea typeface="Arial"/>
                          <a:cs typeface="Arial"/>
                        </a:rPr>
                        <a:t>Customer Data and Contract</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32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16</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16</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5"/>
                  </a:ext>
                </a:extLst>
              </a:tr>
              <a:tr h="346075">
                <a:tc>
                  <a:txBody>
                    <a:bodyPr/>
                    <a:lstStyle/>
                    <a:p>
                      <a:pPr algn="l"/>
                      <a:r>
                        <a:rPr sz="1725" b="0">
                          <a:solidFill>
                            <a:srgbClr val="132F3B"/>
                          </a:solidFill>
                          <a:latin typeface="Arial"/>
                          <a:ea typeface="Arial"/>
                          <a:cs typeface="Arial"/>
                        </a:rPr>
                        <a:t>Customer Success and Solutions</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33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23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24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extLst>
                  <a:ext uri="{0D108BD9-81ED-4DB2-BD59-A6C34878D82A}">
                    <a16:rowId xmlns:a16="http://schemas.microsoft.com/office/drawing/2014/main" val="10006"/>
                  </a:ext>
                </a:extLst>
              </a:tr>
              <a:tr h="346075">
                <a:tc>
                  <a:txBody>
                    <a:bodyPr/>
                    <a:lstStyle/>
                    <a:p>
                      <a:pPr algn="l"/>
                      <a:r>
                        <a:rPr sz="1725" b="0">
                          <a:solidFill>
                            <a:srgbClr val="132F3B"/>
                          </a:solidFill>
                          <a:latin typeface="Arial"/>
                          <a:ea typeface="Arial"/>
                          <a:cs typeface="Arial"/>
                        </a:rPr>
                        <a:t>Service Operations backfill</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38</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38</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40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7"/>
                  </a:ext>
                </a:extLst>
              </a:tr>
              <a:tr h="346075">
                <a:tc>
                  <a:txBody>
                    <a:bodyPr/>
                    <a:lstStyle/>
                    <a:p>
                      <a:pPr algn="l"/>
                      <a:r>
                        <a:rPr sz="1725" b="1">
                          <a:solidFill>
                            <a:srgbClr val="132F3B"/>
                          </a:solidFill>
                          <a:latin typeface="Arial"/>
                          <a:ea typeface="Arial"/>
                          <a:cs typeface="Arial"/>
                        </a:rPr>
                        <a:t>TOTAL</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370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76</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33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261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14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275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extLst>
                  <a:ext uri="{0D108BD9-81ED-4DB2-BD59-A6C34878D82A}">
                    <a16:rowId xmlns:a16="http://schemas.microsoft.com/office/drawing/2014/main" val="10008"/>
                  </a:ext>
                </a:extLst>
              </a:tr>
            </a:tbl>
          </a:graphicData>
        </a:graphic>
      </p:graphicFrame>
      <p:sp>
        <p:nvSpPr>
          <p:cNvPr id="8" name="visual-112">
            <a:extLst>
              <a:ext uri="{FF2B5EF4-FFF2-40B4-BE49-F238E27FC236}">
                <a16:creationId xmlns:a16="http://schemas.microsoft.com/office/drawing/2014/main" id="{4DF63184-2A11-4634-A072-3C9DB5F0B60C}"/>
              </a:ext>
            </a:extLst>
          </p:cNvPr>
          <p:cNvSpPr>
            <a:spLocks noGrp="1"/>
          </p:cNvSpPr>
          <p:nvPr/>
        </p:nvSpPr>
        <p:spPr>
          <a:xfrm>
            <a:off x="571500" y="5219700"/>
            <a:ext cx="11001375" cy="409575"/>
          </a:xfrm>
          <a:prstGeom prst="rect">
            <a:avLst/>
          </a:prstGeom>
          <a:noFill/>
          <a:ln w="0">
            <a:noFill/>
            <a:prstDash val="solid"/>
          </a:ln>
        </p:spPr>
        <p:txBody>
          <a:bodyPr lIns="0" tIns="0" rIns="0" bIns="0" anchor="ctr"/>
          <a:lstStyle>
            <a:defPPr algn="l">
              <a:defRPr sz="2025" b="1">
                <a:solidFill>
                  <a:srgbClr val="147D80"/>
                </a:solidFill>
                <a:latin typeface="Arial"/>
                <a:ea typeface="Arial"/>
                <a:cs typeface="Arial"/>
              </a:defRPr>
            </a:defPPr>
            <a:lvl1pPr algn="l">
              <a:defRPr sz="2025" b="1">
                <a:solidFill>
                  <a:srgbClr val="147D80"/>
                </a:solidFill>
                <a:latin typeface="Arial"/>
                <a:ea typeface="Arial"/>
                <a:cs typeface="Arial"/>
              </a:defRPr>
            </a:lvl1pPr>
            <a:lvl2pPr algn="l">
              <a:defRPr sz="2025" b="1">
                <a:solidFill>
                  <a:srgbClr val="147D80"/>
                </a:solidFill>
                <a:latin typeface="Arial"/>
                <a:ea typeface="Arial"/>
                <a:cs typeface="Arial"/>
              </a:defRPr>
            </a:lvl2pPr>
            <a:lvl3pPr algn="l">
              <a:defRPr sz="2025" b="1">
                <a:solidFill>
                  <a:srgbClr val="147D80"/>
                </a:solidFill>
                <a:latin typeface="Arial"/>
                <a:ea typeface="Arial"/>
                <a:cs typeface="Arial"/>
              </a:defRPr>
            </a:lvl3pPr>
            <a:lvl4pPr algn="l">
              <a:defRPr sz="2025" b="1">
                <a:solidFill>
                  <a:srgbClr val="147D80"/>
                </a:solidFill>
                <a:latin typeface="Arial"/>
                <a:ea typeface="Arial"/>
                <a:cs typeface="Arial"/>
              </a:defRPr>
            </a:lvl4pPr>
            <a:lvl5pPr algn="l">
              <a:defRPr sz="2025" b="1">
                <a:solidFill>
                  <a:srgbClr val="147D80"/>
                </a:solidFill>
                <a:latin typeface="Arial"/>
                <a:ea typeface="Arial"/>
                <a:cs typeface="Arial"/>
              </a:defRPr>
            </a:lvl5pPr>
            <a:lvl6pPr algn="l">
              <a:defRPr sz="2025" b="1">
                <a:solidFill>
                  <a:srgbClr val="147D80"/>
                </a:solidFill>
                <a:latin typeface="Arial"/>
                <a:ea typeface="Arial"/>
                <a:cs typeface="Arial"/>
              </a:defRPr>
            </a:lvl6pPr>
            <a:lvl7pPr algn="l">
              <a:defRPr sz="2025" b="1">
                <a:solidFill>
                  <a:srgbClr val="147D80"/>
                </a:solidFill>
                <a:latin typeface="Arial"/>
                <a:ea typeface="Arial"/>
                <a:cs typeface="Arial"/>
              </a:defRPr>
            </a:lvl7pPr>
            <a:lvl8pPr algn="l">
              <a:defRPr sz="2025" b="1">
                <a:solidFill>
                  <a:srgbClr val="147D80"/>
                </a:solidFill>
                <a:latin typeface="Arial"/>
                <a:ea typeface="Arial"/>
                <a:cs typeface="Arial"/>
              </a:defRPr>
            </a:lvl8pPr>
            <a:lvl9pPr algn="l">
              <a:defRPr sz="2025" b="1">
                <a:solidFill>
                  <a:srgbClr val="147D80"/>
                </a:solidFill>
                <a:latin typeface="Arial"/>
                <a:ea typeface="Arial"/>
                <a:cs typeface="Arial"/>
              </a:defRPr>
            </a:lvl9pPr>
          </a:lstStyle>
          <a:p>
            <a:pPr algn="l">
              <a:defRPr sz="2025" b="1">
                <a:solidFill>
                  <a:srgbClr val="147D80"/>
                </a:solidFill>
                <a:latin typeface="Arial"/>
                <a:ea typeface="Arial"/>
                <a:cs typeface="Arial"/>
              </a:defRPr>
            </a:pPr>
            <a:r>
              <a:rPr sz="2025" b="1">
                <a:solidFill>
                  <a:srgbClr val="147D80"/>
                </a:solidFill>
                <a:latin typeface="Arial"/>
                <a:ea typeface="Arial"/>
                <a:cs typeface="Arial"/>
              </a:rPr>
              <a:t>Hiring waves: 111 first, then 96 and 68 after readiness gates</a:t>
            </a:r>
          </a:p>
        </p:txBody>
      </p:sp>
    </p:spTree>
    <p:extLst>
      <p:ext uri="{BB962C8B-B14F-4D97-AF65-F5344CB8AC3E}">
        <p14:creationId xmlns:p14="http://schemas.microsoft.com/office/powerpoint/2010/main" val="1183671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visual-113">
            <a:extLst>
              <a:ext uri="{FF2B5EF4-FFF2-40B4-BE49-F238E27FC236}">
                <a16:creationId xmlns:a16="http://schemas.microsoft.com/office/drawing/2014/main" id="{0939B2DF-81AC-4A9A-A98F-330FF16C80F8}"/>
              </a:ext>
            </a:extLst>
          </p:cNvPr>
          <p:cNvSpPr>
            <a:spLocks noGrp="1"/>
          </p:cNvSpPr>
          <p:nvPr/>
        </p:nvSpPr>
        <p:spPr>
          <a:xfrm>
            <a:off x="0" y="0"/>
            <a:ext cx="133350" cy="6858000"/>
          </a:xfrm>
          <a:prstGeom prst="rect">
            <a:avLst/>
          </a:prstGeom>
          <a:solidFill>
            <a:schemeClr val="tx2">
              <a:lumMod val="75000"/>
            </a:schemeClr>
          </a:solidFill>
          <a:ln w="0">
            <a:noFill/>
            <a:prstDash val="solid"/>
          </a:ln>
        </p:spPr>
      </p:sp>
      <p:sp>
        <p:nvSpPr>
          <p:cNvPr id="2" name="visual-114">
            <a:extLst>
              <a:ext uri="{FF2B5EF4-FFF2-40B4-BE49-F238E27FC236}">
                <a16:creationId xmlns:a16="http://schemas.microsoft.com/office/drawing/2014/main" id="{817244AF-D5E4-45AE-862B-13C86A52939C}"/>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132F3B"/>
                </a:solidFill>
                <a:latin typeface="Arial"/>
                <a:ea typeface="Arial"/>
                <a:cs typeface="Arial"/>
              </a:defRPr>
            </a:defPPr>
            <a:lvl1pPr algn="l">
              <a:defRPr sz="3300" b="1">
                <a:solidFill>
                  <a:srgbClr val="132F3B"/>
                </a:solidFill>
                <a:latin typeface="Arial"/>
                <a:ea typeface="Arial"/>
                <a:cs typeface="Arial"/>
              </a:defRPr>
            </a:lvl1pPr>
            <a:lvl2pPr algn="l">
              <a:defRPr sz="3300" b="1">
                <a:solidFill>
                  <a:srgbClr val="132F3B"/>
                </a:solidFill>
                <a:latin typeface="Arial"/>
                <a:ea typeface="Arial"/>
                <a:cs typeface="Arial"/>
              </a:defRPr>
            </a:lvl2pPr>
            <a:lvl3pPr algn="l">
              <a:defRPr sz="3300" b="1">
                <a:solidFill>
                  <a:srgbClr val="132F3B"/>
                </a:solidFill>
                <a:latin typeface="Arial"/>
                <a:ea typeface="Arial"/>
                <a:cs typeface="Arial"/>
              </a:defRPr>
            </a:lvl3pPr>
            <a:lvl4pPr algn="l">
              <a:defRPr sz="3300" b="1">
                <a:solidFill>
                  <a:srgbClr val="132F3B"/>
                </a:solidFill>
                <a:latin typeface="Arial"/>
                <a:ea typeface="Arial"/>
                <a:cs typeface="Arial"/>
              </a:defRPr>
            </a:lvl4pPr>
            <a:lvl5pPr algn="l">
              <a:defRPr sz="3300" b="1">
                <a:solidFill>
                  <a:srgbClr val="132F3B"/>
                </a:solidFill>
                <a:latin typeface="Arial"/>
                <a:ea typeface="Arial"/>
                <a:cs typeface="Arial"/>
              </a:defRPr>
            </a:lvl5pPr>
            <a:lvl6pPr algn="l">
              <a:defRPr sz="3300" b="1">
                <a:solidFill>
                  <a:srgbClr val="132F3B"/>
                </a:solidFill>
                <a:latin typeface="Arial"/>
                <a:ea typeface="Arial"/>
                <a:cs typeface="Arial"/>
              </a:defRPr>
            </a:lvl6pPr>
            <a:lvl7pPr algn="l">
              <a:defRPr sz="3300" b="1">
                <a:solidFill>
                  <a:srgbClr val="132F3B"/>
                </a:solidFill>
                <a:latin typeface="Arial"/>
                <a:ea typeface="Arial"/>
                <a:cs typeface="Arial"/>
              </a:defRPr>
            </a:lvl7pPr>
            <a:lvl8pPr algn="l">
              <a:defRPr sz="3300" b="1">
                <a:solidFill>
                  <a:srgbClr val="132F3B"/>
                </a:solidFill>
                <a:latin typeface="Arial"/>
                <a:ea typeface="Arial"/>
                <a:cs typeface="Arial"/>
              </a:defRPr>
            </a:lvl8pPr>
            <a:lvl9pPr algn="l">
              <a:defRPr sz="3300" b="1">
                <a:solidFill>
                  <a:srgbClr val="132F3B"/>
                </a:solidFill>
                <a:latin typeface="Arial"/>
                <a:ea typeface="Arial"/>
                <a:cs typeface="Arial"/>
              </a:defRPr>
            </a:lvl9pPr>
          </a:lstStyle>
          <a:p>
            <a:pPr algn="l">
              <a:defRPr sz="3300" b="1">
                <a:solidFill>
                  <a:srgbClr val="132F3B"/>
                </a:solidFill>
                <a:latin typeface="Arial"/>
                <a:ea typeface="Arial"/>
                <a:cs typeface="Arial"/>
              </a:defRPr>
            </a:pPr>
            <a:r>
              <a:rPr sz="3300" b="1">
                <a:solidFill>
                  <a:srgbClr val="132F3B"/>
                </a:solidFill>
                <a:latin typeface="Arial"/>
                <a:ea typeface="Arial"/>
                <a:cs typeface="Arial"/>
              </a:rPr>
              <a:t>Table 3  People needed in each squad</a:t>
            </a:r>
          </a:p>
        </p:txBody>
      </p:sp>
      <p:sp>
        <p:nvSpPr>
          <p:cNvPr id="3" name="visual-115">
            <a:extLst>
              <a:ext uri="{FF2B5EF4-FFF2-40B4-BE49-F238E27FC236}">
                <a16:creationId xmlns:a16="http://schemas.microsoft.com/office/drawing/2014/main" id="{03A89CF3-1A15-4E39-A7EC-5F32C25AC341}"/>
              </a:ext>
            </a:extLst>
          </p:cNvPr>
          <p:cNvSpPr>
            <a:spLocks noGrp="1"/>
          </p:cNvSpPr>
          <p:nvPr/>
        </p:nvSpPr>
        <p:spPr>
          <a:xfrm>
            <a:off x="571500" y="1304925"/>
            <a:ext cx="11001375" cy="495300"/>
          </a:xfrm>
          <a:prstGeom prst="rect">
            <a:avLst/>
          </a:prstGeom>
          <a:noFill/>
          <a:ln w="0">
            <a:noFill/>
            <a:prstDash val="solid"/>
          </a:ln>
        </p:spPr>
        <p:txBody>
          <a:bodyPr lIns="0" tIns="0" rIns="0" bIns="0" anchor="ctr"/>
          <a:lstStyle>
            <a:defPPr algn="l">
              <a:defRPr sz="1800" b="0">
                <a:solidFill>
                  <a:srgbClr val="526770"/>
                </a:solidFill>
                <a:latin typeface="Arial"/>
                <a:ea typeface="Arial"/>
                <a:cs typeface="Arial"/>
              </a:defRPr>
            </a:defPPr>
            <a:lvl1pPr algn="l">
              <a:defRPr sz="1800" b="0">
                <a:solidFill>
                  <a:srgbClr val="526770"/>
                </a:solidFill>
                <a:latin typeface="Arial"/>
                <a:ea typeface="Arial"/>
                <a:cs typeface="Arial"/>
              </a:defRPr>
            </a:lvl1pPr>
            <a:lvl2pPr algn="l">
              <a:defRPr sz="1800" b="0">
                <a:solidFill>
                  <a:srgbClr val="526770"/>
                </a:solidFill>
                <a:latin typeface="Arial"/>
                <a:ea typeface="Arial"/>
                <a:cs typeface="Arial"/>
              </a:defRPr>
            </a:lvl2pPr>
            <a:lvl3pPr algn="l">
              <a:defRPr sz="1800" b="0">
                <a:solidFill>
                  <a:srgbClr val="526770"/>
                </a:solidFill>
                <a:latin typeface="Arial"/>
                <a:ea typeface="Arial"/>
                <a:cs typeface="Arial"/>
              </a:defRPr>
            </a:lvl3pPr>
            <a:lvl4pPr algn="l">
              <a:defRPr sz="1800" b="0">
                <a:solidFill>
                  <a:srgbClr val="526770"/>
                </a:solidFill>
                <a:latin typeface="Arial"/>
                <a:ea typeface="Arial"/>
                <a:cs typeface="Arial"/>
              </a:defRPr>
            </a:lvl4pPr>
            <a:lvl5pPr algn="l">
              <a:defRPr sz="1800" b="0">
                <a:solidFill>
                  <a:srgbClr val="526770"/>
                </a:solidFill>
                <a:latin typeface="Arial"/>
                <a:ea typeface="Arial"/>
                <a:cs typeface="Arial"/>
              </a:defRPr>
            </a:lvl5pPr>
            <a:lvl6pPr algn="l">
              <a:defRPr sz="1800" b="0">
                <a:solidFill>
                  <a:srgbClr val="526770"/>
                </a:solidFill>
                <a:latin typeface="Arial"/>
                <a:ea typeface="Arial"/>
                <a:cs typeface="Arial"/>
              </a:defRPr>
            </a:lvl6pPr>
            <a:lvl7pPr algn="l">
              <a:defRPr sz="1800" b="0">
                <a:solidFill>
                  <a:srgbClr val="526770"/>
                </a:solidFill>
                <a:latin typeface="Arial"/>
                <a:ea typeface="Arial"/>
                <a:cs typeface="Arial"/>
              </a:defRPr>
            </a:lvl7pPr>
            <a:lvl8pPr algn="l">
              <a:defRPr sz="1800" b="0">
                <a:solidFill>
                  <a:srgbClr val="526770"/>
                </a:solidFill>
                <a:latin typeface="Arial"/>
                <a:ea typeface="Arial"/>
                <a:cs typeface="Arial"/>
              </a:defRPr>
            </a:lvl8pPr>
            <a:lvl9pPr algn="l">
              <a:defRPr sz="1800" b="0">
                <a:solidFill>
                  <a:srgbClr val="526770"/>
                </a:solidFill>
                <a:latin typeface="Arial"/>
                <a:ea typeface="Arial"/>
                <a:cs typeface="Arial"/>
              </a:defRPr>
            </a:lvl9pPr>
          </a:lstStyle>
          <a:p>
            <a:pPr algn="l">
              <a:defRPr sz="1800" b="0">
                <a:solidFill>
                  <a:srgbClr val="526770"/>
                </a:solidFill>
                <a:latin typeface="Arial"/>
                <a:ea typeface="Arial"/>
                <a:cs typeface="Arial"/>
              </a:defRPr>
            </a:pPr>
            <a:r>
              <a:rPr sz="1800" b="0">
                <a:solidFill>
                  <a:srgbClr val="526770"/>
                </a:solidFill>
                <a:latin typeface="Arial"/>
                <a:ea typeface="Arial"/>
                <a:cs typeface="Arial"/>
              </a:rPr>
              <a:t>All sources combined: internal employees, temporary vendors and external hires</a:t>
            </a:r>
          </a:p>
        </p:txBody>
      </p:sp>
      <p:sp>
        <p:nvSpPr>
          <p:cNvPr id="4" name="visual-116">
            <a:extLst>
              <a:ext uri="{FF2B5EF4-FFF2-40B4-BE49-F238E27FC236}">
                <a16:creationId xmlns:a16="http://schemas.microsoft.com/office/drawing/2014/main" id="{ECD68D65-8460-4346-BD33-954DA0E0D518}"/>
              </a:ext>
            </a:extLst>
          </p:cNvPr>
          <p:cNvSpPr>
            <a:spLocks noGrp="1"/>
          </p:cNvSpPr>
          <p:nvPr/>
        </p:nvSpPr>
        <p:spPr>
          <a:xfrm>
            <a:off x="571500" y="5772150"/>
            <a:ext cx="11001375" cy="19050"/>
          </a:xfrm>
          <a:prstGeom prst="rect">
            <a:avLst/>
          </a:prstGeom>
          <a:solidFill>
            <a:srgbClr val="C6D3D2"/>
          </a:solidFill>
          <a:ln w="0">
            <a:noFill/>
            <a:prstDash val="solid"/>
          </a:ln>
        </p:spPr>
      </p:sp>
      <p:sp>
        <p:nvSpPr>
          <p:cNvPr id="5" name="visual-117">
            <a:extLst>
              <a:ext uri="{FF2B5EF4-FFF2-40B4-BE49-F238E27FC236}">
                <a16:creationId xmlns:a16="http://schemas.microsoft.com/office/drawing/2014/main" id="{FF2CA790-C204-4E0B-8DB2-97A47B0AD04E}"/>
              </a:ext>
            </a:extLst>
          </p:cNvPr>
          <p:cNvSpPr>
            <a:spLocks noGrp="1"/>
          </p:cNvSpPr>
          <p:nvPr/>
        </p:nvSpPr>
        <p:spPr>
          <a:xfrm>
            <a:off x="571500" y="5904684"/>
            <a:ext cx="11001375" cy="485775"/>
          </a:xfrm>
          <a:prstGeom prst="rect">
            <a:avLst/>
          </a:prstGeom>
          <a:noFill/>
          <a:ln w="0">
            <a:noFill/>
            <a:prstDash val="solid"/>
          </a:ln>
        </p:spPr>
        <p:txBody>
          <a:bodyPr lIns="0" tIns="0" rIns="0" bIns="0" anchor="ctr"/>
          <a:lstStyle>
            <a:defPPr algn="l">
              <a:defRPr sz="1950" b="1">
                <a:solidFill>
                  <a:srgbClr val="147D80"/>
                </a:solidFill>
                <a:latin typeface="Arial"/>
                <a:ea typeface="Arial"/>
                <a:cs typeface="Arial"/>
              </a:defRPr>
            </a:defPPr>
            <a:lvl1pPr algn="l">
              <a:defRPr sz="1950" b="1">
                <a:solidFill>
                  <a:srgbClr val="147D80"/>
                </a:solidFill>
                <a:latin typeface="Arial"/>
                <a:ea typeface="Arial"/>
                <a:cs typeface="Arial"/>
              </a:defRPr>
            </a:lvl1pPr>
            <a:lvl2pPr algn="l">
              <a:defRPr sz="1950" b="1">
                <a:solidFill>
                  <a:srgbClr val="147D80"/>
                </a:solidFill>
                <a:latin typeface="Arial"/>
                <a:ea typeface="Arial"/>
                <a:cs typeface="Arial"/>
              </a:defRPr>
            </a:lvl2pPr>
            <a:lvl3pPr algn="l">
              <a:defRPr sz="1950" b="1">
                <a:solidFill>
                  <a:srgbClr val="147D80"/>
                </a:solidFill>
                <a:latin typeface="Arial"/>
                <a:ea typeface="Arial"/>
                <a:cs typeface="Arial"/>
              </a:defRPr>
            </a:lvl3pPr>
            <a:lvl4pPr algn="l">
              <a:defRPr sz="1950" b="1">
                <a:solidFill>
                  <a:srgbClr val="147D80"/>
                </a:solidFill>
                <a:latin typeface="Arial"/>
                <a:ea typeface="Arial"/>
                <a:cs typeface="Arial"/>
              </a:defRPr>
            </a:lvl4pPr>
            <a:lvl5pPr algn="l">
              <a:defRPr sz="1950" b="1">
                <a:solidFill>
                  <a:srgbClr val="147D80"/>
                </a:solidFill>
                <a:latin typeface="Arial"/>
                <a:ea typeface="Arial"/>
                <a:cs typeface="Arial"/>
              </a:defRPr>
            </a:lvl5pPr>
            <a:lvl6pPr algn="l">
              <a:defRPr sz="1950" b="1">
                <a:solidFill>
                  <a:srgbClr val="147D80"/>
                </a:solidFill>
                <a:latin typeface="Arial"/>
                <a:ea typeface="Arial"/>
                <a:cs typeface="Arial"/>
              </a:defRPr>
            </a:lvl6pPr>
            <a:lvl7pPr algn="l">
              <a:defRPr sz="1950" b="1">
                <a:solidFill>
                  <a:srgbClr val="147D80"/>
                </a:solidFill>
                <a:latin typeface="Arial"/>
                <a:ea typeface="Arial"/>
                <a:cs typeface="Arial"/>
              </a:defRPr>
            </a:lvl7pPr>
            <a:lvl8pPr algn="l">
              <a:defRPr sz="1950" b="1">
                <a:solidFill>
                  <a:srgbClr val="147D80"/>
                </a:solidFill>
                <a:latin typeface="Arial"/>
                <a:ea typeface="Arial"/>
                <a:cs typeface="Arial"/>
              </a:defRPr>
            </a:lvl8pPr>
            <a:lvl9pPr algn="l">
              <a:defRPr sz="1950" b="1">
                <a:solidFill>
                  <a:srgbClr val="147D80"/>
                </a:solidFill>
                <a:latin typeface="Arial"/>
                <a:ea typeface="Arial"/>
                <a:cs typeface="Arial"/>
              </a:defRPr>
            </a:lvl9pPr>
          </a:lstStyle>
          <a:p>
            <a:pPr algn="l">
              <a:defRPr sz="1950" b="1">
                <a:solidFill>
                  <a:srgbClr val="147D80"/>
                </a:solidFill>
                <a:latin typeface="Arial"/>
                <a:ea typeface="Arial"/>
                <a:cs typeface="Arial"/>
              </a:defRPr>
            </a:pPr>
            <a:r>
              <a:rPr sz="1950" b="1">
                <a:solidFill>
                  <a:srgbClr val="147D80"/>
                </a:solidFill>
                <a:latin typeface="Arial"/>
                <a:ea typeface="Arial"/>
                <a:cs typeface="Arial"/>
              </a:rPr>
              <a:t>Each squad needs 47–49 people. The seven squads need 332 positions in total.</a:t>
            </a:r>
          </a:p>
        </p:txBody>
      </p:sp>
      <p:sp>
        <p:nvSpPr>
          <p:cNvPr id="6" name="visual-118">
            <a:extLst>
              <a:ext uri="{FF2B5EF4-FFF2-40B4-BE49-F238E27FC236}">
                <a16:creationId xmlns:a16="http://schemas.microsoft.com/office/drawing/2014/main" id="{9ABF1849-F004-4954-8F3D-5671D880C4EC}"/>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526770"/>
                </a:solidFill>
                <a:latin typeface="Arial"/>
                <a:ea typeface="Arial"/>
                <a:cs typeface="Arial"/>
              </a:defRPr>
            </a:defPPr>
            <a:lvl1pPr algn="r">
              <a:defRPr sz="1200" b="0">
                <a:solidFill>
                  <a:srgbClr val="526770"/>
                </a:solidFill>
                <a:latin typeface="Arial"/>
                <a:ea typeface="Arial"/>
                <a:cs typeface="Arial"/>
              </a:defRPr>
            </a:lvl1pPr>
            <a:lvl2pPr algn="r">
              <a:defRPr sz="1200" b="0">
                <a:solidFill>
                  <a:srgbClr val="526770"/>
                </a:solidFill>
                <a:latin typeface="Arial"/>
                <a:ea typeface="Arial"/>
                <a:cs typeface="Arial"/>
              </a:defRPr>
            </a:lvl2pPr>
            <a:lvl3pPr algn="r">
              <a:defRPr sz="1200" b="0">
                <a:solidFill>
                  <a:srgbClr val="526770"/>
                </a:solidFill>
                <a:latin typeface="Arial"/>
                <a:ea typeface="Arial"/>
                <a:cs typeface="Arial"/>
              </a:defRPr>
            </a:lvl3pPr>
            <a:lvl4pPr algn="r">
              <a:defRPr sz="1200" b="0">
                <a:solidFill>
                  <a:srgbClr val="526770"/>
                </a:solidFill>
                <a:latin typeface="Arial"/>
                <a:ea typeface="Arial"/>
                <a:cs typeface="Arial"/>
              </a:defRPr>
            </a:lvl4pPr>
            <a:lvl5pPr algn="r">
              <a:defRPr sz="1200" b="0">
                <a:solidFill>
                  <a:srgbClr val="526770"/>
                </a:solidFill>
                <a:latin typeface="Arial"/>
                <a:ea typeface="Arial"/>
                <a:cs typeface="Arial"/>
              </a:defRPr>
            </a:lvl5pPr>
            <a:lvl6pPr algn="r">
              <a:defRPr sz="1200" b="0">
                <a:solidFill>
                  <a:srgbClr val="526770"/>
                </a:solidFill>
                <a:latin typeface="Arial"/>
                <a:ea typeface="Arial"/>
                <a:cs typeface="Arial"/>
              </a:defRPr>
            </a:lvl6pPr>
            <a:lvl7pPr algn="r">
              <a:defRPr sz="1200" b="0">
                <a:solidFill>
                  <a:srgbClr val="526770"/>
                </a:solidFill>
                <a:latin typeface="Arial"/>
                <a:ea typeface="Arial"/>
                <a:cs typeface="Arial"/>
              </a:defRPr>
            </a:lvl7pPr>
            <a:lvl8pPr algn="r">
              <a:defRPr sz="1200" b="0">
                <a:solidFill>
                  <a:srgbClr val="526770"/>
                </a:solidFill>
                <a:latin typeface="Arial"/>
                <a:ea typeface="Arial"/>
                <a:cs typeface="Arial"/>
              </a:defRPr>
            </a:lvl8pPr>
            <a:lvl9pPr algn="r">
              <a:defRPr sz="1200" b="0">
                <a:solidFill>
                  <a:srgbClr val="526770"/>
                </a:solidFill>
                <a:latin typeface="Arial"/>
                <a:ea typeface="Arial"/>
                <a:cs typeface="Arial"/>
              </a:defRPr>
            </a:lvl9pPr>
          </a:lstStyle>
          <a:p>
            <a:pPr algn="r">
              <a:defRPr sz="1200" b="0">
                <a:solidFill>
                  <a:srgbClr val="526770"/>
                </a:solidFill>
                <a:latin typeface="Arial"/>
                <a:ea typeface="Arial"/>
                <a:cs typeface="Arial"/>
              </a:defRPr>
            </a:pPr>
            <a:r>
              <a:rPr sz="1200" b="0" dirty="0">
                <a:solidFill>
                  <a:srgbClr val="526770"/>
                </a:solidFill>
                <a:latin typeface="Arial"/>
                <a:ea typeface="Arial"/>
                <a:cs typeface="Arial"/>
              </a:rPr>
              <a:t>   08 / 17</a:t>
            </a:r>
          </a:p>
        </p:txBody>
      </p:sp>
      <p:graphicFrame>
        <p:nvGraphicFramePr>
          <p:cNvPr id="7" name="Table 6">
            <a:extLst>
              <a:ext uri="{FF2B5EF4-FFF2-40B4-BE49-F238E27FC236}">
                <a16:creationId xmlns:a16="http://schemas.microsoft.com/office/drawing/2014/main" id="{53D37705-3002-4660-B88A-4F637F632B22}"/>
              </a:ext>
            </a:extLst>
          </p:cNvPr>
          <p:cNvGraphicFramePr/>
          <p:nvPr/>
        </p:nvGraphicFramePr>
        <p:xfrm>
          <a:off x="571500" y="1914525"/>
          <a:ext cx="11001375" cy="3188970"/>
        </p:xfrm>
        <a:graphic>
          <a:graphicData uri="http://schemas.openxmlformats.org/drawingml/2006/table">
            <a:tbl>
              <a:tblPr/>
              <a:tblGrid>
                <a:gridCol w="1714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gridCol w="1333500">
                  <a:extLst>
                    <a:ext uri="{9D8B030D-6E8A-4147-A177-3AD203B41FA5}">
                      <a16:colId xmlns:a16="http://schemas.microsoft.com/office/drawing/2014/main" val="20004"/>
                    </a:ext>
                  </a:extLst>
                </a:gridCol>
                <a:gridCol w="1381125">
                  <a:extLst>
                    <a:ext uri="{9D8B030D-6E8A-4147-A177-3AD203B41FA5}">
                      <a16:colId xmlns:a16="http://schemas.microsoft.com/office/drawing/2014/main" val="20005"/>
                    </a:ext>
                  </a:extLst>
                </a:gridCol>
                <a:gridCol w="161925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tblGrid>
              <a:tr h="345017">
                <a:tc>
                  <a:txBody>
                    <a:bodyPr/>
                    <a:lstStyle/>
                    <a:p>
                      <a:pPr algn="l"/>
                      <a:r>
                        <a:rPr sz="1725" b="1">
                          <a:solidFill>
                            <a:srgbClr val="FFFFFF"/>
                          </a:solidFill>
                          <a:latin typeface="Arial"/>
                          <a:ea typeface="Arial"/>
                          <a:cs typeface="Arial"/>
                        </a:rPr>
                        <a:t>Squad</a:t>
                      </a:r>
                    </a:p>
                  </a:txBody>
                  <a:tcPr anchor="ctr">
                    <a:lnL w="5715">
                      <a:solidFill>
                        <a:srgbClr val="C6D3D2"/>
                      </a:solidFill>
                      <a:prstDash val="soli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PO</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Software</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Data / AI</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Assure</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Cust. data</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Success</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Total</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extLst>
                  <a:ext uri="{0D108BD9-81ED-4DB2-BD59-A6C34878D82A}">
                    <a16:rowId xmlns:a16="http://schemas.microsoft.com/office/drawing/2014/main" val="10000"/>
                  </a:ext>
                </a:extLst>
              </a:tr>
              <a:tr h="345017">
                <a:tc>
                  <a:txBody>
                    <a:bodyPr/>
                    <a:lstStyle/>
                    <a:p>
                      <a:pPr algn="l"/>
                      <a:r>
                        <a:rPr sz="1725" b="0">
                          <a:solidFill>
                            <a:srgbClr val="132F3B"/>
                          </a:solidFill>
                          <a:latin typeface="Arial"/>
                          <a:ea typeface="Arial"/>
                          <a:cs typeface="Arial"/>
                        </a:rPr>
                        <a:t>Squad 1</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19</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47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1"/>
                  </a:ext>
                </a:extLst>
              </a:tr>
              <a:tr h="345017">
                <a:tc>
                  <a:txBody>
                    <a:bodyPr/>
                    <a:lstStyle/>
                    <a:p>
                      <a:pPr algn="l"/>
                      <a:r>
                        <a:rPr sz="1725" b="0">
                          <a:solidFill>
                            <a:srgbClr val="132F3B"/>
                          </a:solidFill>
                          <a:latin typeface="Arial"/>
                          <a:ea typeface="Arial"/>
                          <a:cs typeface="Arial"/>
                        </a:rPr>
                        <a:t>Squad 2</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19</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47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extLst>
                  <a:ext uri="{0D108BD9-81ED-4DB2-BD59-A6C34878D82A}">
                    <a16:rowId xmlns:a16="http://schemas.microsoft.com/office/drawing/2014/main" val="10002"/>
                  </a:ext>
                </a:extLst>
              </a:tr>
              <a:tr h="345017">
                <a:tc>
                  <a:txBody>
                    <a:bodyPr/>
                    <a:lstStyle/>
                    <a:p>
                      <a:pPr algn="l"/>
                      <a:r>
                        <a:rPr sz="1725" b="0">
                          <a:solidFill>
                            <a:srgbClr val="132F3B"/>
                          </a:solidFill>
                          <a:latin typeface="Arial"/>
                          <a:ea typeface="Arial"/>
                          <a:cs typeface="Arial"/>
                        </a:rPr>
                        <a:t>Squad 3</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19</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47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3"/>
                  </a:ext>
                </a:extLst>
              </a:tr>
              <a:tr h="345017">
                <a:tc>
                  <a:txBody>
                    <a:bodyPr/>
                    <a:lstStyle/>
                    <a:p>
                      <a:pPr algn="l"/>
                      <a:r>
                        <a:rPr sz="1725" b="0">
                          <a:solidFill>
                            <a:srgbClr val="132F3B"/>
                          </a:solidFill>
                          <a:latin typeface="Arial"/>
                          <a:ea typeface="Arial"/>
                          <a:cs typeface="Arial"/>
                        </a:rPr>
                        <a:t>Squad 4</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18</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47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extLst>
                  <a:ext uri="{0D108BD9-81ED-4DB2-BD59-A6C34878D82A}">
                    <a16:rowId xmlns:a16="http://schemas.microsoft.com/office/drawing/2014/main" val="10004"/>
                  </a:ext>
                </a:extLst>
              </a:tr>
              <a:tr h="345017">
                <a:tc>
                  <a:txBody>
                    <a:bodyPr/>
                    <a:lstStyle/>
                    <a:p>
                      <a:pPr algn="l"/>
                      <a:r>
                        <a:rPr sz="1725" b="0">
                          <a:solidFill>
                            <a:srgbClr val="132F3B"/>
                          </a:solidFill>
                          <a:latin typeface="Arial"/>
                          <a:ea typeface="Arial"/>
                          <a:cs typeface="Arial"/>
                        </a:rPr>
                        <a:t>Squad 5</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18</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47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5"/>
                  </a:ext>
                </a:extLst>
              </a:tr>
              <a:tr h="345017">
                <a:tc>
                  <a:txBody>
                    <a:bodyPr/>
                    <a:lstStyle/>
                    <a:p>
                      <a:pPr algn="l"/>
                      <a:r>
                        <a:rPr sz="1725" b="0">
                          <a:solidFill>
                            <a:srgbClr val="132F3B"/>
                          </a:solidFill>
                          <a:latin typeface="Arial"/>
                          <a:ea typeface="Arial"/>
                          <a:cs typeface="Arial"/>
                        </a:rPr>
                        <a:t>Squad 6</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18</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48</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extLst>
                  <a:ext uri="{0D108BD9-81ED-4DB2-BD59-A6C34878D82A}">
                    <a16:rowId xmlns:a16="http://schemas.microsoft.com/office/drawing/2014/main" val="10006"/>
                  </a:ext>
                </a:extLst>
              </a:tr>
              <a:tr h="345017">
                <a:tc>
                  <a:txBody>
                    <a:bodyPr/>
                    <a:lstStyle/>
                    <a:p>
                      <a:pPr algn="l"/>
                      <a:r>
                        <a:rPr sz="1725" b="0">
                          <a:solidFill>
                            <a:srgbClr val="132F3B"/>
                          </a:solidFill>
                          <a:latin typeface="Arial"/>
                          <a:ea typeface="Arial"/>
                          <a:cs typeface="Arial"/>
                        </a:rPr>
                        <a:t>Squad 7</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19</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49</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7"/>
                  </a:ext>
                </a:extLst>
              </a:tr>
              <a:tr h="345017">
                <a:tc>
                  <a:txBody>
                    <a:bodyPr/>
                    <a:lstStyle/>
                    <a:p>
                      <a:pPr algn="l"/>
                      <a:r>
                        <a:rPr sz="1725" b="1">
                          <a:solidFill>
                            <a:srgbClr val="132F3B"/>
                          </a:solidFill>
                          <a:latin typeface="Arial"/>
                          <a:ea typeface="Arial"/>
                          <a:cs typeface="Arial"/>
                        </a:rPr>
                        <a:t>Total</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130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81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49</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32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33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332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extLst>
                  <a:ext uri="{0D108BD9-81ED-4DB2-BD59-A6C34878D82A}">
                    <a16:rowId xmlns:a16="http://schemas.microsoft.com/office/drawing/2014/main" val="10008"/>
                  </a:ext>
                </a:extLst>
              </a:tr>
            </a:tbl>
          </a:graphicData>
        </a:graphic>
      </p:graphicFrame>
      <p:sp>
        <p:nvSpPr>
          <p:cNvPr id="8" name="visual-119">
            <a:extLst>
              <a:ext uri="{FF2B5EF4-FFF2-40B4-BE49-F238E27FC236}">
                <a16:creationId xmlns:a16="http://schemas.microsoft.com/office/drawing/2014/main" id="{54F38E62-315D-4430-948B-31A05B70F8F1}"/>
              </a:ext>
            </a:extLst>
          </p:cNvPr>
          <p:cNvSpPr>
            <a:spLocks noGrp="1"/>
          </p:cNvSpPr>
          <p:nvPr/>
        </p:nvSpPr>
        <p:spPr>
          <a:xfrm>
            <a:off x="571500" y="5248275"/>
            <a:ext cx="11001375" cy="409575"/>
          </a:xfrm>
          <a:prstGeom prst="rect">
            <a:avLst/>
          </a:prstGeom>
          <a:noFill/>
          <a:ln w="0">
            <a:noFill/>
            <a:prstDash val="solid"/>
          </a:ln>
        </p:spPr>
        <p:txBody>
          <a:bodyPr lIns="0" tIns="0" rIns="0" bIns="0" anchor="ctr"/>
          <a:lstStyle>
            <a:defPPr algn="l">
              <a:defRPr sz="2025" b="0">
                <a:solidFill>
                  <a:srgbClr val="526770"/>
                </a:solidFill>
                <a:latin typeface="Arial"/>
                <a:ea typeface="Arial"/>
                <a:cs typeface="Arial"/>
              </a:defRPr>
            </a:defPPr>
            <a:lvl1pPr algn="l">
              <a:defRPr sz="2025" b="0">
                <a:solidFill>
                  <a:srgbClr val="526770"/>
                </a:solidFill>
                <a:latin typeface="Arial"/>
                <a:ea typeface="Arial"/>
                <a:cs typeface="Arial"/>
              </a:defRPr>
            </a:lvl1pPr>
            <a:lvl2pPr algn="l">
              <a:defRPr sz="2025" b="0">
                <a:solidFill>
                  <a:srgbClr val="526770"/>
                </a:solidFill>
                <a:latin typeface="Arial"/>
                <a:ea typeface="Arial"/>
                <a:cs typeface="Arial"/>
              </a:defRPr>
            </a:lvl2pPr>
            <a:lvl3pPr algn="l">
              <a:defRPr sz="2025" b="0">
                <a:solidFill>
                  <a:srgbClr val="526770"/>
                </a:solidFill>
                <a:latin typeface="Arial"/>
                <a:ea typeface="Arial"/>
                <a:cs typeface="Arial"/>
              </a:defRPr>
            </a:lvl3pPr>
            <a:lvl4pPr algn="l">
              <a:defRPr sz="2025" b="0">
                <a:solidFill>
                  <a:srgbClr val="526770"/>
                </a:solidFill>
                <a:latin typeface="Arial"/>
                <a:ea typeface="Arial"/>
                <a:cs typeface="Arial"/>
              </a:defRPr>
            </a:lvl4pPr>
            <a:lvl5pPr algn="l">
              <a:defRPr sz="2025" b="0">
                <a:solidFill>
                  <a:srgbClr val="526770"/>
                </a:solidFill>
                <a:latin typeface="Arial"/>
                <a:ea typeface="Arial"/>
                <a:cs typeface="Arial"/>
              </a:defRPr>
            </a:lvl5pPr>
            <a:lvl6pPr algn="l">
              <a:defRPr sz="2025" b="0">
                <a:solidFill>
                  <a:srgbClr val="526770"/>
                </a:solidFill>
                <a:latin typeface="Arial"/>
                <a:ea typeface="Arial"/>
                <a:cs typeface="Arial"/>
              </a:defRPr>
            </a:lvl6pPr>
            <a:lvl7pPr algn="l">
              <a:defRPr sz="2025" b="0">
                <a:solidFill>
                  <a:srgbClr val="526770"/>
                </a:solidFill>
                <a:latin typeface="Arial"/>
                <a:ea typeface="Arial"/>
                <a:cs typeface="Arial"/>
              </a:defRPr>
            </a:lvl7pPr>
            <a:lvl8pPr algn="l">
              <a:defRPr sz="2025" b="0">
                <a:solidFill>
                  <a:srgbClr val="526770"/>
                </a:solidFill>
                <a:latin typeface="Arial"/>
                <a:ea typeface="Arial"/>
                <a:cs typeface="Arial"/>
              </a:defRPr>
            </a:lvl8pPr>
            <a:lvl9pPr algn="l">
              <a:defRPr sz="2025" b="0">
                <a:solidFill>
                  <a:srgbClr val="526770"/>
                </a:solidFill>
                <a:latin typeface="Arial"/>
                <a:ea typeface="Arial"/>
                <a:cs typeface="Arial"/>
              </a:defRPr>
            </a:lvl9pPr>
          </a:lstStyle>
          <a:p>
            <a:pPr algn="l">
              <a:defRPr sz="2025" b="0">
                <a:solidFill>
                  <a:srgbClr val="526770"/>
                </a:solidFill>
                <a:latin typeface="Arial"/>
                <a:ea typeface="Arial"/>
                <a:cs typeface="Arial"/>
              </a:defRPr>
            </a:pPr>
            <a:r>
              <a:rPr sz="2025" b="0">
                <a:solidFill>
                  <a:srgbClr val="526770"/>
                </a:solidFill>
                <a:latin typeface="Arial"/>
                <a:ea typeface="Arial"/>
                <a:cs typeface="Arial"/>
              </a:rPr>
              <a:t>Interpretation: existing staff and vendors fill part of this demand.</a:t>
            </a:r>
          </a:p>
        </p:txBody>
      </p:sp>
    </p:spTree>
    <p:extLst>
      <p:ext uri="{BB962C8B-B14F-4D97-AF65-F5344CB8AC3E}">
        <p14:creationId xmlns:p14="http://schemas.microsoft.com/office/powerpoint/2010/main" val="1931667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visual-120">
            <a:extLst>
              <a:ext uri="{FF2B5EF4-FFF2-40B4-BE49-F238E27FC236}">
                <a16:creationId xmlns:a16="http://schemas.microsoft.com/office/drawing/2014/main" id="{B17D8D0C-FB46-4513-B379-0561ED95D38E}"/>
              </a:ext>
            </a:extLst>
          </p:cNvPr>
          <p:cNvSpPr>
            <a:spLocks noGrp="1"/>
          </p:cNvSpPr>
          <p:nvPr/>
        </p:nvSpPr>
        <p:spPr>
          <a:xfrm>
            <a:off x="0" y="0"/>
            <a:ext cx="133350" cy="6858000"/>
          </a:xfrm>
          <a:prstGeom prst="rect">
            <a:avLst/>
          </a:prstGeom>
          <a:solidFill>
            <a:schemeClr val="tx2">
              <a:lumMod val="75000"/>
            </a:schemeClr>
          </a:solidFill>
          <a:ln w="0">
            <a:noFill/>
            <a:prstDash val="solid"/>
          </a:ln>
        </p:spPr>
      </p:sp>
      <p:sp>
        <p:nvSpPr>
          <p:cNvPr id="2" name="visual-121">
            <a:extLst>
              <a:ext uri="{FF2B5EF4-FFF2-40B4-BE49-F238E27FC236}">
                <a16:creationId xmlns:a16="http://schemas.microsoft.com/office/drawing/2014/main" id="{6478C8AD-8443-4D8F-9162-2541FB5CD154}"/>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132F3B"/>
                </a:solidFill>
                <a:latin typeface="Arial"/>
                <a:ea typeface="Arial"/>
                <a:cs typeface="Arial"/>
              </a:defRPr>
            </a:defPPr>
            <a:lvl1pPr algn="l">
              <a:defRPr sz="3300" b="1">
                <a:solidFill>
                  <a:srgbClr val="132F3B"/>
                </a:solidFill>
                <a:latin typeface="Arial"/>
                <a:ea typeface="Arial"/>
                <a:cs typeface="Arial"/>
              </a:defRPr>
            </a:lvl1pPr>
            <a:lvl2pPr algn="l">
              <a:defRPr sz="3300" b="1">
                <a:solidFill>
                  <a:srgbClr val="132F3B"/>
                </a:solidFill>
                <a:latin typeface="Arial"/>
                <a:ea typeface="Arial"/>
                <a:cs typeface="Arial"/>
              </a:defRPr>
            </a:lvl2pPr>
            <a:lvl3pPr algn="l">
              <a:defRPr sz="3300" b="1">
                <a:solidFill>
                  <a:srgbClr val="132F3B"/>
                </a:solidFill>
                <a:latin typeface="Arial"/>
                <a:ea typeface="Arial"/>
                <a:cs typeface="Arial"/>
              </a:defRPr>
            </a:lvl3pPr>
            <a:lvl4pPr algn="l">
              <a:defRPr sz="3300" b="1">
                <a:solidFill>
                  <a:srgbClr val="132F3B"/>
                </a:solidFill>
                <a:latin typeface="Arial"/>
                <a:ea typeface="Arial"/>
                <a:cs typeface="Arial"/>
              </a:defRPr>
            </a:lvl4pPr>
            <a:lvl5pPr algn="l">
              <a:defRPr sz="3300" b="1">
                <a:solidFill>
                  <a:srgbClr val="132F3B"/>
                </a:solidFill>
                <a:latin typeface="Arial"/>
                <a:ea typeface="Arial"/>
                <a:cs typeface="Arial"/>
              </a:defRPr>
            </a:lvl5pPr>
            <a:lvl6pPr algn="l">
              <a:defRPr sz="3300" b="1">
                <a:solidFill>
                  <a:srgbClr val="132F3B"/>
                </a:solidFill>
                <a:latin typeface="Arial"/>
                <a:ea typeface="Arial"/>
                <a:cs typeface="Arial"/>
              </a:defRPr>
            </a:lvl6pPr>
            <a:lvl7pPr algn="l">
              <a:defRPr sz="3300" b="1">
                <a:solidFill>
                  <a:srgbClr val="132F3B"/>
                </a:solidFill>
                <a:latin typeface="Arial"/>
                <a:ea typeface="Arial"/>
                <a:cs typeface="Arial"/>
              </a:defRPr>
            </a:lvl7pPr>
            <a:lvl8pPr algn="l">
              <a:defRPr sz="3300" b="1">
                <a:solidFill>
                  <a:srgbClr val="132F3B"/>
                </a:solidFill>
                <a:latin typeface="Arial"/>
                <a:ea typeface="Arial"/>
                <a:cs typeface="Arial"/>
              </a:defRPr>
            </a:lvl8pPr>
            <a:lvl9pPr algn="l">
              <a:defRPr sz="3300" b="1">
                <a:solidFill>
                  <a:srgbClr val="132F3B"/>
                </a:solidFill>
                <a:latin typeface="Arial"/>
                <a:ea typeface="Arial"/>
                <a:cs typeface="Arial"/>
              </a:defRPr>
            </a:lvl9pPr>
          </a:lstStyle>
          <a:p>
            <a:pPr algn="l">
              <a:defRPr sz="3300" b="1">
                <a:solidFill>
                  <a:srgbClr val="132F3B"/>
                </a:solidFill>
                <a:latin typeface="Arial"/>
                <a:ea typeface="Arial"/>
                <a:cs typeface="Arial"/>
              </a:defRPr>
            </a:pPr>
            <a:r>
              <a:rPr sz="3300" b="1">
                <a:solidFill>
                  <a:srgbClr val="132F3B"/>
                </a:solidFill>
                <a:latin typeface="Arial"/>
                <a:ea typeface="Arial"/>
                <a:cs typeface="Arial"/>
              </a:rPr>
              <a:t>Table 4  People to hire for each squad</a:t>
            </a:r>
          </a:p>
        </p:txBody>
      </p:sp>
      <p:sp>
        <p:nvSpPr>
          <p:cNvPr id="3" name="visual-122">
            <a:extLst>
              <a:ext uri="{FF2B5EF4-FFF2-40B4-BE49-F238E27FC236}">
                <a16:creationId xmlns:a16="http://schemas.microsoft.com/office/drawing/2014/main" id="{8C5105CF-6C06-41C8-AF30-11F21A725547}"/>
              </a:ext>
            </a:extLst>
          </p:cNvPr>
          <p:cNvSpPr>
            <a:spLocks noGrp="1"/>
          </p:cNvSpPr>
          <p:nvPr/>
        </p:nvSpPr>
        <p:spPr>
          <a:xfrm>
            <a:off x="571500" y="1304925"/>
            <a:ext cx="11001375" cy="495300"/>
          </a:xfrm>
          <a:prstGeom prst="rect">
            <a:avLst/>
          </a:prstGeom>
          <a:noFill/>
          <a:ln w="0">
            <a:noFill/>
            <a:prstDash val="solid"/>
          </a:ln>
        </p:spPr>
        <p:txBody>
          <a:bodyPr lIns="0" tIns="0" rIns="0" bIns="0" anchor="ctr"/>
          <a:lstStyle>
            <a:defPPr algn="l">
              <a:defRPr sz="1800" b="0">
                <a:solidFill>
                  <a:srgbClr val="526770"/>
                </a:solidFill>
                <a:latin typeface="Arial"/>
                <a:ea typeface="Arial"/>
                <a:cs typeface="Arial"/>
              </a:defRPr>
            </a:defPPr>
            <a:lvl1pPr algn="l">
              <a:defRPr sz="1800" b="0">
                <a:solidFill>
                  <a:srgbClr val="526770"/>
                </a:solidFill>
                <a:latin typeface="Arial"/>
                <a:ea typeface="Arial"/>
                <a:cs typeface="Arial"/>
              </a:defRPr>
            </a:lvl1pPr>
            <a:lvl2pPr algn="l">
              <a:defRPr sz="1800" b="0">
                <a:solidFill>
                  <a:srgbClr val="526770"/>
                </a:solidFill>
                <a:latin typeface="Arial"/>
                <a:ea typeface="Arial"/>
                <a:cs typeface="Arial"/>
              </a:defRPr>
            </a:lvl2pPr>
            <a:lvl3pPr algn="l">
              <a:defRPr sz="1800" b="0">
                <a:solidFill>
                  <a:srgbClr val="526770"/>
                </a:solidFill>
                <a:latin typeface="Arial"/>
                <a:ea typeface="Arial"/>
                <a:cs typeface="Arial"/>
              </a:defRPr>
            </a:lvl3pPr>
            <a:lvl4pPr algn="l">
              <a:defRPr sz="1800" b="0">
                <a:solidFill>
                  <a:srgbClr val="526770"/>
                </a:solidFill>
                <a:latin typeface="Arial"/>
                <a:ea typeface="Arial"/>
                <a:cs typeface="Arial"/>
              </a:defRPr>
            </a:lvl4pPr>
            <a:lvl5pPr algn="l">
              <a:defRPr sz="1800" b="0">
                <a:solidFill>
                  <a:srgbClr val="526770"/>
                </a:solidFill>
                <a:latin typeface="Arial"/>
                <a:ea typeface="Arial"/>
                <a:cs typeface="Arial"/>
              </a:defRPr>
            </a:lvl5pPr>
            <a:lvl6pPr algn="l">
              <a:defRPr sz="1800" b="0">
                <a:solidFill>
                  <a:srgbClr val="526770"/>
                </a:solidFill>
                <a:latin typeface="Arial"/>
                <a:ea typeface="Arial"/>
                <a:cs typeface="Arial"/>
              </a:defRPr>
            </a:lvl6pPr>
            <a:lvl7pPr algn="l">
              <a:defRPr sz="1800" b="0">
                <a:solidFill>
                  <a:srgbClr val="526770"/>
                </a:solidFill>
                <a:latin typeface="Arial"/>
                <a:ea typeface="Arial"/>
                <a:cs typeface="Arial"/>
              </a:defRPr>
            </a:lvl7pPr>
            <a:lvl8pPr algn="l">
              <a:defRPr sz="1800" b="0">
                <a:solidFill>
                  <a:srgbClr val="526770"/>
                </a:solidFill>
                <a:latin typeface="Arial"/>
                <a:ea typeface="Arial"/>
                <a:cs typeface="Arial"/>
              </a:defRPr>
            </a:lvl8pPr>
            <a:lvl9pPr algn="l">
              <a:defRPr sz="1800" b="0">
                <a:solidFill>
                  <a:srgbClr val="526770"/>
                </a:solidFill>
                <a:latin typeface="Arial"/>
                <a:ea typeface="Arial"/>
                <a:cs typeface="Arial"/>
              </a:defRPr>
            </a:lvl9pPr>
          </a:lstStyle>
          <a:p>
            <a:pPr algn="l">
              <a:defRPr sz="1800" b="0">
                <a:solidFill>
                  <a:srgbClr val="526770"/>
                </a:solidFill>
                <a:latin typeface="Arial"/>
                <a:ea typeface="Arial"/>
                <a:cs typeface="Arial"/>
              </a:defRPr>
            </a:pPr>
            <a:r>
              <a:rPr sz="1800" b="0">
                <a:solidFill>
                  <a:srgbClr val="526770"/>
                </a:solidFill>
                <a:latin typeface="Arial"/>
                <a:ea typeface="Arial"/>
                <a:cs typeface="Arial"/>
              </a:rPr>
              <a:t>Hiring actions by squad, including early-exit replacement cover</a:t>
            </a:r>
          </a:p>
        </p:txBody>
      </p:sp>
      <p:sp>
        <p:nvSpPr>
          <p:cNvPr id="4" name="visual-123">
            <a:extLst>
              <a:ext uri="{FF2B5EF4-FFF2-40B4-BE49-F238E27FC236}">
                <a16:creationId xmlns:a16="http://schemas.microsoft.com/office/drawing/2014/main" id="{A2B8D61B-5545-41DE-8CA6-262E63915532}"/>
              </a:ext>
            </a:extLst>
          </p:cNvPr>
          <p:cNvSpPr>
            <a:spLocks noGrp="1"/>
          </p:cNvSpPr>
          <p:nvPr/>
        </p:nvSpPr>
        <p:spPr>
          <a:xfrm>
            <a:off x="571500" y="5772150"/>
            <a:ext cx="11001375" cy="19050"/>
          </a:xfrm>
          <a:prstGeom prst="rect">
            <a:avLst/>
          </a:prstGeom>
          <a:solidFill>
            <a:srgbClr val="C6D3D2"/>
          </a:solidFill>
          <a:ln w="0">
            <a:noFill/>
            <a:prstDash val="solid"/>
          </a:ln>
        </p:spPr>
      </p:sp>
      <p:sp>
        <p:nvSpPr>
          <p:cNvPr id="5" name="visual-124">
            <a:extLst>
              <a:ext uri="{FF2B5EF4-FFF2-40B4-BE49-F238E27FC236}">
                <a16:creationId xmlns:a16="http://schemas.microsoft.com/office/drawing/2014/main" id="{292C747B-D655-49D4-A21D-07AD1CF2DCC0}"/>
              </a:ext>
            </a:extLst>
          </p:cNvPr>
          <p:cNvSpPr>
            <a:spLocks noGrp="1"/>
          </p:cNvSpPr>
          <p:nvPr/>
        </p:nvSpPr>
        <p:spPr>
          <a:xfrm>
            <a:off x="571500" y="5895975"/>
            <a:ext cx="11001375" cy="485775"/>
          </a:xfrm>
          <a:prstGeom prst="rect">
            <a:avLst/>
          </a:prstGeom>
          <a:noFill/>
          <a:ln w="0">
            <a:noFill/>
            <a:prstDash val="solid"/>
          </a:ln>
        </p:spPr>
        <p:txBody>
          <a:bodyPr lIns="0" tIns="0" rIns="0" bIns="0" anchor="ctr"/>
          <a:lstStyle>
            <a:defPPr algn="l">
              <a:defRPr sz="1950" b="1">
                <a:solidFill>
                  <a:srgbClr val="147D80"/>
                </a:solidFill>
                <a:latin typeface="Arial"/>
                <a:ea typeface="Arial"/>
                <a:cs typeface="Arial"/>
              </a:defRPr>
            </a:defPPr>
            <a:lvl1pPr algn="l">
              <a:defRPr sz="1950" b="1">
                <a:solidFill>
                  <a:srgbClr val="147D80"/>
                </a:solidFill>
                <a:latin typeface="Arial"/>
                <a:ea typeface="Arial"/>
                <a:cs typeface="Arial"/>
              </a:defRPr>
            </a:lvl1pPr>
            <a:lvl2pPr algn="l">
              <a:defRPr sz="1950" b="1">
                <a:solidFill>
                  <a:srgbClr val="147D80"/>
                </a:solidFill>
                <a:latin typeface="Arial"/>
                <a:ea typeface="Arial"/>
                <a:cs typeface="Arial"/>
              </a:defRPr>
            </a:lvl2pPr>
            <a:lvl3pPr algn="l">
              <a:defRPr sz="1950" b="1">
                <a:solidFill>
                  <a:srgbClr val="147D80"/>
                </a:solidFill>
                <a:latin typeface="Arial"/>
                <a:ea typeface="Arial"/>
                <a:cs typeface="Arial"/>
              </a:defRPr>
            </a:lvl3pPr>
            <a:lvl4pPr algn="l">
              <a:defRPr sz="1950" b="1">
                <a:solidFill>
                  <a:srgbClr val="147D80"/>
                </a:solidFill>
                <a:latin typeface="Arial"/>
                <a:ea typeface="Arial"/>
                <a:cs typeface="Arial"/>
              </a:defRPr>
            </a:lvl4pPr>
            <a:lvl5pPr algn="l">
              <a:defRPr sz="1950" b="1">
                <a:solidFill>
                  <a:srgbClr val="147D80"/>
                </a:solidFill>
                <a:latin typeface="Arial"/>
                <a:ea typeface="Arial"/>
                <a:cs typeface="Arial"/>
              </a:defRPr>
            </a:lvl5pPr>
            <a:lvl6pPr algn="l">
              <a:defRPr sz="1950" b="1">
                <a:solidFill>
                  <a:srgbClr val="147D80"/>
                </a:solidFill>
                <a:latin typeface="Arial"/>
                <a:ea typeface="Arial"/>
                <a:cs typeface="Arial"/>
              </a:defRPr>
            </a:lvl6pPr>
            <a:lvl7pPr algn="l">
              <a:defRPr sz="1950" b="1">
                <a:solidFill>
                  <a:srgbClr val="147D80"/>
                </a:solidFill>
                <a:latin typeface="Arial"/>
                <a:ea typeface="Arial"/>
                <a:cs typeface="Arial"/>
              </a:defRPr>
            </a:lvl7pPr>
            <a:lvl8pPr algn="l">
              <a:defRPr sz="1950" b="1">
                <a:solidFill>
                  <a:srgbClr val="147D80"/>
                </a:solidFill>
                <a:latin typeface="Arial"/>
                <a:ea typeface="Arial"/>
                <a:cs typeface="Arial"/>
              </a:defRPr>
            </a:lvl8pPr>
            <a:lvl9pPr algn="l">
              <a:defRPr sz="1950" b="1">
                <a:solidFill>
                  <a:srgbClr val="147D80"/>
                </a:solidFill>
                <a:latin typeface="Arial"/>
                <a:ea typeface="Arial"/>
                <a:cs typeface="Arial"/>
              </a:defRPr>
            </a:lvl9pPr>
          </a:lstStyle>
          <a:p>
            <a:pPr algn="l">
              <a:defRPr sz="1950" b="1">
                <a:solidFill>
                  <a:srgbClr val="147D80"/>
                </a:solidFill>
                <a:latin typeface="Arial"/>
                <a:ea typeface="Arial"/>
                <a:cs typeface="Arial"/>
              </a:defRPr>
            </a:pPr>
            <a:r>
              <a:rPr sz="1950" b="1">
                <a:solidFill>
                  <a:srgbClr val="147D80"/>
                </a:solidFill>
                <a:latin typeface="Arial"/>
                <a:ea typeface="Arial"/>
                <a:cs typeface="Arial"/>
              </a:rPr>
              <a:t>235 squad hires + 40 shared Service Operations hires = 275 planned hires.</a:t>
            </a:r>
          </a:p>
        </p:txBody>
      </p:sp>
      <p:sp>
        <p:nvSpPr>
          <p:cNvPr id="6" name="visual-125">
            <a:extLst>
              <a:ext uri="{FF2B5EF4-FFF2-40B4-BE49-F238E27FC236}">
                <a16:creationId xmlns:a16="http://schemas.microsoft.com/office/drawing/2014/main" id="{9E1A8771-E023-40CF-B60F-4A6626D90BE8}"/>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526770"/>
                </a:solidFill>
                <a:latin typeface="Arial"/>
                <a:ea typeface="Arial"/>
                <a:cs typeface="Arial"/>
              </a:defRPr>
            </a:defPPr>
            <a:lvl1pPr algn="r">
              <a:defRPr sz="1200" b="0">
                <a:solidFill>
                  <a:srgbClr val="526770"/>
                </a:solidFill>
                <a:latin typeface="Arial"/>
                <a:ea typeface="Arial"/>
                <a:cs typeface="Arial"/>
              </a:defRPr>
            </a:lvl1pPr>
            <a:lvl2pPr algn="r">
              <a:defRPr sz="1200" b="0">
                <a:solidFill>
                  <a:srgbClr val="526770"/>
                </a:solidFill>
                <a:latin typeface="Arial"/>
                <a:ea typeface="Arial"/>
                <a:cs typeface="Arial"/>
              </a:defRPr>
            </a:lvl2pPr>
            <a:lvl3pPr algn="r">
              <a:defRPr sz="1200" b="0">
                <a:solidFill>
                  <a:srgbClr val="526770"/>
                </a:solidFill>
                <a:latin typeface="Arial"/>
                <a:ea typeface="Arial"/>
                <a:cs typeface="Arial"/>
              </a:defRPr>
            </a:lvl3pPr>
            <a:lvl4pPr algn="r">
              <a:defRPr sz="1200" b="0">
                <a:solidFill>
                  <a:srgbClr val="526770"/>
                </a:solidFill>
                <a:latin typeface="Arial"/>
                <a:ea typeface="Arial"/>
                <a:cs typeface="Arial"/>
              </a:defRPr>
            </a:lvl4pPr>
            <a:lvl5pPr algn="r">
              <a:defRPr sz="1200" b="0">
                <a:solidFill>
                  <a:srgbClr val="526770"/>
                </a:solidFill>
                <a:latin typeface="Arial"/>
                <a:ea typeface="Arial"/>
                <a:cs typeface="Arial"/>
              </a:defRPr>
            </a:lvl5pPr>
            <a:lvl6pPr algn="r">
              <a:defRPr sz="1200" b="0">
                <a:solidFill>
                  <a:srgbClr val="526770"/>
                </a:solidFill>
                <a:latin typeface="Arial"/>
                <a:ea typeface="Arial"/>
                <a:cs typeface="Arial"/>
              </a:defRPr>
            </a:lvl6pPr>
            <a:lvl7pPr algn="r">
              <a:defRPr sz="1200" b="0">
                <a:solidFill>
                  <a:srgbClr val="526770"/>
                </a:solidFill>
                <a:latin typeface="Arial"/>
                <a:ea typeface="Arial"/>
                <a:cs typeface="Arial"/>
              </a:defRPr>
            </a:lvl7pPr>
            <a:lvl8pPr algn="r">
              <a:defRPr sz="1200" b="0">
                <a:solidFill>
                  <a:srgbClr val="526770"/>
                </a:solidFill>
                <a:latin typeface="Arial"/>
                <a:ea typeface="Arial"/>
                <a:cs typeface="Arial"/>
              </a:defRPr>
            </a:lvl8pPr>
            <a:lvl9pPr algn="r">
              <a:defRPr sz="1200" b="0">
                <a:solidFill>
                  <a:srgbClr val="526770"/>
                </a:solidFill>
                <a:latin typeface="Arial"/>
                <a:ea typeface="Arial"/>
                <a:cs typeface="Arial"/>
              </a:defRPr>
            </a:lvl9pPr>
          </a:lstStyle>
          <a:p>
            <a:pPr algn="r">
              <a:defRPr sz="1200" b="0">
                <a:solidFill>
                  <a:srgbClr val="526770"/>
                </a:solidFill>
                <a:latin typeface="Arial"/>
                <a:ea typeface="Arial"/>
                <a:cs typeface="Arial"/>
              </a:defRPr>
            </a:pPr>
            <a:r>
              <a:rPr sz="1200" b="0" dirty="0">
                <a:solidFill>
                  <a:srgbClr val="526770"/>
                </a:solidFill>
                <a:latin typeface="Arial"/>
                <a:ea typeface="Arial"/>
                <a:cs typeface="Arial"/>
              </a:rPr>
              <a:t>   09 / 17</a:t>
            </a:r>
          </a:p>
        </p:txBody>
      </p:sp>
      <p:graphicFrame>
        <p:nvGraphicFramePr>
          <p:cNvPr id="7" name="Table 6">
            <a:extLst>
              <a:ext uri="{FF2B5EF4-FFF2-40B4-BE49-F238E27FC236}">
                <a16:creationId xmlns:a16="http://schemas.microsoft.com/office/drawing/2014/main" id="{7A7A6894-CF4A-49FC-BC8C-53D6AFBB1FC3}"/>
              </a:ext>
            </a:extLst>
          </p:cNvPr>
          <p:cNvGraphicFramePr/>
          <p:nvPr/>
        </p:nvGraphicFramePr>
        <p:xfrm>
          <a:off x="571500" y="1914525"/>
          <a:ext cx="11001375" cy="3188970"/>
        </p:xfrm>
        <a:graphic>
          <a:graphicData uri="http://schemas.openxmlformats.org/drawingml/2006/table">
            <a:tbl>
              <a:tblPr/>
              <a:tblGrid>
                <a:gridCol w="1714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gridCol w="1333500">
                  <a:extLst>
                    <a:ext uri="{9D8B030D-6E8A-4147-A177-3AD203B41FA5}">
                      <a16:colId xmlns:a16="http://schemas.microsoft.com/office/drawing/2014/main" val="20004"/>
                    </a:ext>
                  </a:extLst>
                </a:gridCol>
                <a:gridCol w="1381125">
                  <a:extLst>
                    <a:ext uri="{9D8B030D-6E8A-4147-A177-3AD203B41FA5}">
                      <a16:colId xmlns:a16="http://schemas.microsoft.com/office/drawing/2014/main" val="20005"/>
                    </a:ext>
                  </a:extLst>
                </a:gridCol>
                <a:gridCol w="161925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tblGrid>
              <a:tr h="345017">
                <a:tc>
                  <a:txBody>
                    <a:bodyPr/>
                    <a:lstStyle/>
                    <a:p>
                      <a:pPr algn="l"/>
                      <a:r>
                        <a:rPr sz="1725" b="1">
                          <a:solidFill>
                            <a:srgbClr val="FFFFFF"/>
                          </a:solidFill>
                          <a:latin typeface="Arial"/>
                          <a:ea typeface="Arial"/>
                          <a:cs typeface="Arial"/>
                        </a:rPr>
                        <a:t>Squad</a:t>
                      </a:r>
                    </a:p>
                  </a:txBody>
                  <a:tcPr anchor="ctr">
                    <a:lnL w="5715">
                      <a:solidFill>
                        <a:srgbClr val="C6D3D2"/>
                      </a:solidFill>
                      <a:prstDash val="soli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PO</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Software</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Data / AI</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Assure</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Cust. data</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Success</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Hires</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extLst>
                  <a:ext uri="{0D108BD9-81ED-4DB2-BD59-A6C34878D82A}">
                    <a16:rowId xmlns:a16="http://schemas.microsoft.com/office/drawing/2014/main" val="10000"/>
                  </a:ext>
                </a:extLst>
              </a:tr>
              <a:tr h="345017">
                <a:tc>
                  <a:txBody>
                    <a:bodyPr/>
                    <a:lstStyle/>
                    <a:p>
                      <a:pPr algn="l"/>
                      <a:r>
                        <a:rPr sz="1725" b="0">
                          <a:solidFill>
                            <a:srgbClr val="132F3B"/>
                          </a:solidFill>
                          <a:latin typeface="Arial"/>
                          <a:ea typeface="Arial"/>
                          <a:cs typeface="Arial"/>
                        </a:rPr>
                        <a:t>Squad 1</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9</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34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1"/>
                  </a:ext>
                </a:extLst>
              </a:tr>
              <a:tr h="345017">
                <a:tc>
                  <a:txBody>
                    <a:bodyPr/>
                    <a:lstStyle/>
                    <a:p>
                      <a:pPr algn="l"/>
                      <a:r>
                        <a:rPr sz="1725" b="0">
                          <a:solidFill>
                            <a:srgbClr val="132F3B"/>
                          </a:solidFill>
                          <a:latin typeface="Arial"/>
                          <a:ea typeface="Arial"/>
                          <a:cs typeface="Arial"/>
                        </a:rPr>
                        <a:t>Squad 2</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9</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34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extLst>
                  <a:ext uri="{0D108BD9-81ED-4DB2-BD59-A6C34878D82A}">
                    <a16:rowId xmlns:a16="http://schemas.microsoft.com/office/drawing/2014/main" val="10002"/>
                  </a:ext>
                </a:extLst>
              </a:tr>
              <a:tr h="345017">
                <a:tc>
                  <a:txBody>
                    <a:bodyPr/>
                    <a:lstStyle/>
                    <a:p>
                      <a:pPr algn="l"/>
                      <a:r>
                        <a:rPr sz="1725" b="0">
                          <a:solidFill>
                            <a:srgbClr val="132F3B"/>
                          </a:solidFill>
                          <a:latin typeface="Arial"/>
                          <a:ea typeface="Arial"/>
                          <a:cs typeface="Arial"/>
                        </a:rPr>
                        <a:t>Squad 3</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8</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34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3"/>
                  </a:ext>
                </a:extLst>
              </a:tr>
              <a:tr h="345017">
                <a:tc>
                  <a:txBody>
                    <a:bodyPr/>
                    <a:lstStyle/>
                    <a:p>
                      <a:pPr algn="l"/>
                      <a:r>
                        <a:rPr sz="1725" b="0">
                          <a:solidFill>
                            <a:srgbClr val="132F3B"/>
                          </a:solidFill>
                          <a:latin typeface="Arial"/>
                          <a:ea typeface="Arial"/>
                          <a:cs typeface="Arial"/>
                        </a:rPr>
                        <a:t>Squad 4</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8</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33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extLst>
                  <a:ext uri="{0D108BD9-81ED-4DB2-BD59-A6C34878D82A}">
                    <a16:rowId xmlns:a16="http://schemas.microsoft.com/office/drawing/2014/main" val="10004"/>
                  </a:ext>
                </a:extLst>
              </a:tr>
              <a:tr h="345017">
                <a:tc>
                  <a:txBody>
                    <a:bodyPr/>
                    <a:lstStyle/>
                    <a:p>
                      <a:pPr algn="l"/>
                      <a:r>
                        <a:rPr sz="1725" b="0">
                          <a:solidFill>
                            <a:srgbClr val="132F3B"/>
                          </a:solidFill>
                          <a:latin typeface="Arial"/>
                          <a:ea typeface="Arial"/>
                          <a:cs typeface="Arial"/>
                        </a:rPr>
                        <a:t>Squad 5</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8</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34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5"/>
                  </a:ext>
                </a:extLst>
              </a:tr>
              <a:tr h="345017">
                <a:tc>
                  <a:txBody>
                    <a:bodyPr/>
                    <a:lstStyle/>
                    <a:p>
                      <a:pPr algn="l"/>
                      <a:r>
                        <a:rPr sz="1725" b="0">
                          <a:solidFill>
                            <a:srgbClr val="132F3B"/>
                          </a:solidFill>
                          <a:latin typeface="Arial"/>
                          <a:ea typeface="Arial"/>
                          <a:cs typeface="Arial"/>
                        </a:rPr>
                        <a:t>Squad 6</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9</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33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extLst>
                  <a:ext uri="{0D108BD9-81ED-4DB2-BD59-A6C34878D82A}">
                    <a16:rowId xmlns:a16="http://schemas.microsoft.com/office/drawing/2014/main" val="10006"/>
                  </a:ext>
                </a:extLst>
              </a:tr>
              <a:tr h="345017">
                <a:tc>
                  <a:txBody>
                    <a:bodyPr/>
                    <a:lstStyle/>
                    <a:p>
                      <a:pPr algn="l"/>
                      <a:r>
                        <a:rPr sz="1725" b="0">
                          <a:solidFill>
                            <a:srgbClr val="132F3B"/>
                          </a:solidFill>
                          <a:latin typeface="Arial"/>
                          <a:ea typeface="Arial"/>
                          <a:cs typeface="Arial"/>
                        </a:rPr>
                        <a:t>Squad 7</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9</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33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7"/>
                  </a:ext>
                </a:extLst>
              </a:tr>
              <a:tr h="345017">
                <a:tc>
                  <a:txBody>
                    <a:bodyPr/>
                    <a:lstStyle/>
                    <a:p>
                      <a:pPr algn="l"/>
                      <a:r>
                        <a:rPr sz="1725" b="1">
                          <a:solidFill>
                            <a:srgbClr val="132F3B"/>
                          </a:solidFill>
                          <a:latin typeface="Arial"/>
                          <a:ea typeface="Arial"/>
                          <a:cs typeface="Arial"/>
                        </a:rPr>
                        <a:t>Squad total</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95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60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34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17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24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235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extLst>
                  <a:ext uri="{0D108BD9-81ED-4DB2-BD59-A6C34878D82A}">
                    <a16:rowId xmlns:a16="http://schemas.microsoft.com/office/drawing/2014/main" val="10008"/>
                  </a:ext>
                </a:extLst>
              </a:tr>
            </a:tbl>
          </a:graphicData>
        </a:graphic>
      </p:graphicFrame>
      <p:sp>
        <p:nvSpPr>
          <p:cNvPr id="8" name="visual-126">
            <a:extLst>
              <a:ext uri="{FF2B5EF4-FFF2-40B4-BE49-F238E27FC236}">
                <a16:creationId xmlns:a16="http://schemas.microsoft.com/office/drawing/2014/main" id="{42A615A5-058F-4488-A0E6-8AE4128FFE61}"/>
              </a:ext>
            </a:extLst>
          </p:cNvPr>
          <p:cNvSpPr>
            <a:spLocks noGrp="1"/>
          </p:cNvSpPr>
          <p:nvPr/>
        </p:nvSpPr>
        <p:spPr>
          <a:xfrm>
            <a:off x="571500" y="5248275"/>
            <a:ext cx="11001375" cy="409575"/>
          </a:xfrm>
          <a:prstGeom prst="rect">
            <a:avLst/>
          </a:prstGeom>
          <a:noFill/>
          <a:ln w="0">
            <a:noFill/>
            <a:prstDash val="solid"/>
          </a:ln>
        </p:spPr>
        <p:txBody>
          <a:bodyPr lIns="0" tIns="0" rIns="0" bIns="0" anchor="ctr"/>
          <a:lstStyle>
            <a:defPPr algn="l">
              <a:defRPr sz="2025" b="0">
                <a:solidFill>
                  <a:srgbClr val="526770"/>
                </a:solidFill>
                <a:latin typeface="Arial"/>
                <a:ea typeface="Arial"/>
                <a:cs typeface="Arial"/>
              </a:defRPr>
            </a:defPPr>
            <a:lvl1pPr algn="l">
              <a:defRPr sz="2025" b="0">
                <a:solidFill>
                  <a:srgbClr val="526770"/>
                </a:solidFill>
                <a:latin typeface="Arial"/>
                <a:ea typeface="Arial"/>
                <a:cs typeface="Arial"/>
              </a:defRPr>
            </a:lvl1pPr>
            <a:lvl2pPr algn="l">
              <a:defRPr sz="2025" b="0">
                <a:solidFill>
                  <a:srgbClr val="526770"/>
                </a:solidFill>
                <a:latin typeface="Arial"/>
                <a:ea typeface="Arial"/>
                <a:cs typeface="Arial"/>
              </a:defRPr>
            </a:lvl2pPr>
            <a:lvl3pPr algn="l">
              <a:defRPr sz="2025" b="0">
                <a:solidFill>
                  <a:srgbClr val="526770"/>
                </a:solidFill>
                <a:latin typeface="Arial"/>
                <a:ea typeface="Arial"/>
                <a:cs typeface="Arial"/>
              </a:defRPr>
            </a:lvl3pPr>
            <a:lvl4pPr algn="l">
              <a:defRPr sz="2025" b="0">
                <a:solidFill>
                  <a:srgbClr val="526770"/>
                </a:solidFill>
                <a:latin typeface="Arial"/>
                <a:ea typeface="Arial"/>
                <a:cs typeface="Arial"/>
              </a:defRPr>
            </a:lvl4pPr>
            <a:lvl5pPr algn="l">
              <a:defRPr sz="2025" b="0">
                <a:solidFill>
                  <a:srgbClr val="526770"/>
                </a:solidFill>
                <a:latin typeface="Arial"/>
                <a:ea typeface="Arial"/>
                <a:cs typeface="Arial"/>
              </a:defRPr>
            </a:lvl5pPr>
            <a:lvl6pPr algn="l">
              <a:defRPr sz="2025" b="0">
                <a:solidFill>
                  <a:srgbClr val="526770"/>
                </a:solidFill>
                <a:latin typeface="Arial"/>
                <a:ea typeface="Arial"/>
                <a:cs typeface="Arial"/>
              </a:defRPr>
            </a:lvl6pPr>
            <a:lvl7pPr algn="l">
              <a:defRPr sz="2025" b="0">
                <a:solidFill>
                  <a:srgbClr val="526770"/>
                </a:solidFill>
                <a:latin typeface="Arial"/>
                <a:ea typeface="Arial"/>
                <a:cs typeface="Arial"/>
              </a:defRPr>
            </a:lvl7pPr>
            <a:lvl8pPr algn="l">
              <a:defRPr sz="2025" b="0">
                <a:solidFill>
                  <a:srgbClr val="526770"/>
                </a:solidFill>
                <a:latin typeface="Arial"/>
                <a:ea typeface="Arial"/>
                <a:cs typeface="Arial"/>
              </a:defRPr>
            </a:lvl8pPr>
            <a:lvl9pPr algn="l">
              <a:defRPr sz="2025" b="0">
                <a:solidFill>
                  <a:srgbClr val="526770"/>
                </a:solidFill>
                <a:latin typeface="Arial"/>
                <a:ea typeface="Arial"/>
                <a:cs typeface="Arial"/>
              </a:defRPr>
            </a:lvl9pPr>
          </a:lstStyle>
          <a:p>
            <a:pPr algn="l">
              <a:defRPr sz="2025" b="0">
                <a:solidFill>
                  <a:srgbClr val="526770"/>
                </a:solidFill>
                <a:latin typeface="Arial"/>
                <a:ea typeface="Arial"/>
                <a:cs typeface="Arial"/>
              </a:defRPr>
            </a:pPr>
            <a:r>
              <a:rPr sz="2025" b="0">
                <a:solidFill>
                  <a:srgbClr val="526770"/>
                </a:solidFill>
                <a:latin typeface="Arial"/>
                <a:ea typeface="Arial"/>
                <a:cs typeface="Arial"/>
              </a:rPr>
              <a:t>Interpretation: two Product Owner seats come from internal movement.</a:t>
            </a:r>
          </a:p>
        </p:txBody>
      </p:sp>
    </p:spTree>
    <p:extLst>
      <p:ext uri="{BB962C8B-B14F-4D97-AF65-F5344CB8AC3E}">
        <p14:creationId xmlns:p14="http://schemas.microsoft.com/office/powerpoint/2010/main" val="476263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visual-127">
            <a:extLst>
              <a:ext uri="{FF2B5EF4-FFF2-40B4-BE49-F238E27FC236}">
                <a16:creationId xmlns:a16="http://schemas.microsoft.com/office/drawing/2014/main" id="{59572570-CA64-4B10-9238-9DF7E301AA9D}"/>
              </a:ext>
            </a:extLst>
          </p:cNvPr>
          <p:cNvSpPr>
            <a:spLocks noGrp="1"/>
          </p:cNvSpPr>
          <p:nvPr/>
        </p:nvSpPr>
        <p:spPr>
          <a:xfrm>
            <a:off x="0" y="0"/>
            <a:ext cx="133350" cy="6858000"/>
          </a:xfrm>
          <a:prstGeom prst="rect">
            <a:avLst/>
          </a:prstGeom>
          <a:solidFill>
            <a:schemeClr val="tx2">
              <a:lumMod val="75000"/>
            </a:schemeClr>
          </a:solidFill>
          <a:ln w="0">
            <a:noFill/>
            <a:prstDash val="solid"/>
          </a:ln>
        </p:spPr>
      </p:sp>
      <p:sp>
        <p:nvSpPr>
          <p:cNvPr id="2" name="visual-128">
            <a:extLst>
              <a:ext uri="{FF2B5EF4-FFF2-40B4-BE49-F238E27FC236}">
                <a16:creationId xmlns:a16="http://schemas.microsoft.com/office/drawing/2014/main" id="{3EADC48F-1735-4BFD-9748-18F72725B04C}"/>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132F3B"/>
                </a:solidFill>
                <a:latin typeface="Arial"/>
                <a:ea typeface="Arial"/>
                <a:cs typeface="Arial"/>
              </a:defRPr>
            </a:defPPr>
            <a:lvl1pPr algn="l">
              <a:defRPr sz="3300" b="1">
                <a:solidFill>
                  <a:srgbClr val="132F3B"/>
                </a:solidFill>
                <a:latin typeface="Arial"/>
                <a:ea typeface="Arial"/>
                <a:cs typeface="Arial"/>
              </a:defRPr>
            </a:lvl1pPr>
            <a:lvl2pPr algn="l">
              <a:defRPr sz="3300" b="1">
                <a:solidFill>
                  <a:srgbClr val="132F3B"/>
                </a:solidFill>
                <a:latin typeface="Arial"/>
                <a:ea typeface="Arial"/>
                <a:cs typeface="Arial"/>
              </a:defRPr>
            </a:lvl2pPr>
            <a:lvl3pPr algn="l">
              <a:defRPr sz="3300" b="1">
                <a:solidFill>
                  <a:srgbClr val="132F3B"/>
                </a:solidFill>
                <a:latin typeface="Arial"/>
                <a:ea typeface="Arial"/>
                <a:cs typeface="Arial"/>
              </a:defRPr>
            </a:lvl3pPr>
            <a:lvl4pPr algn="l">
              <a:defRPr sz="3300" b="1">
                <a:solidFill>
                  <a:srgbClr val="132F3B"/>
                </a:solidFill>
                <a:latin typeface="Arial"/>
                <a:ea typeface="Arial"/>
                <a:cs typeface="Arial"/>
              </a:defRPr>
            </a:lvl4pPr>
            <a:lvl5pPr algn="l">
              <a:defRPr sz="3300" b="1">
                <a:solidFill>
                  <a:srgbClr val="132F3B"/>
                </a:solidFill>
                <a:latin typeface="Arial"/>
                <a:ea typeface="Arial"/>
                <a:cs typeface="Arial"/>
              </a:defRPr>
            </a:lvl5pPr>
            <a:lvl6pPr algn="l">
              <a:defRPr sz="3300" b="1">
                <a:solidFill>
                  <a:srgbClr val="132F3B"/>
                </a:solidFill>
                <a:latin typeface="Arial"/>
                <a:ea typeface="Arial"/>
                <a:cs typeface="Arial"/>
              </a:defRPr>
            </a:lvl6pPr>
            <a:lvl7pPr algn="l">
              <a:defRPr sz="3300" b="1">
                <a:solidFill>
                  <a:srgbClr val="132F3B"/>
                </a:solidFill>
                <a:latin typeface="Arial"/>
                <a:ea typeface="Arial"/>
                <a:cs typeface="Arial"/>
              </a:defRPr>
            </a:lvl7pPr>
            <a:lvl8pPr algn="l">
              <a:defRPr sz="3300" b="1">
                <a:solidFill>
                  <a:srgbClr val="132F3B"/>
                </a:solidFill>
                <a:latin typeface="Arial"/>
                <a:ea typeface="Arial"/>
                <a:cs typeface="Arial"/>
              </a:defRPr>
            </a:lvl8pPr>
            <a:lvl9pPr algn="l">
              <a:defRPr sz="3300" b="1">
                <a:solidFill>
                  <a:srgbClr val="132F3B"/>
                </a:solidFill>
                <a:latin typeface="Arial"/>
                <a:ea typeface="Arial"/>
                <a:cs typeface="Arial"/>
              </a:defRPr>
            </a:lvl9pPr>
          </a:lstStyle>
          <a:p>
            <a:pPr algn="l">
              <a:defRPr sz="3300" b="1">
                <a:solidFill>
                  <a:srgbClr val="132F3B"/>
                </a:solidFill>
                <a:latin typeface="Arial"/>
                <a:ea typeface="Arial"/>
                <a:cs typeface="Arial"/>
              </a:defRPr>
            </a:pPr>
            <a:r>
              <a:rPr sz="3300" b="1">
                <a:solidFill>
                  <a:srgbClr val="132F3B"/>
                </a:solidFill>
                <a:latin typeface="Arial"/>
                <a:ea typeface="Arial"/>
                <a:cs typeface="Arial"/>
              </a:rPr>
              <a:t>Table 5  Cost of the hiring plan</a:t>
            </a:r>
          </a:p>
        </p:txBody>
      </p:sp>
      <p:sp>
        <p:nvSpPr>
          <p:cNvPr id="3" name="visual-129">
            <a:extLst>
              <a:ext uri="{FF2B5EF4-FFF2-40B4-BE49-F238E27FC236}">
                <a16:creationId xmlns:a16="http://schemas.microsoft.com/office/drawing/2014/main" id="{30281A37-44B3-402F-AEC2-CC27F5BEE74E}"/>
              </a:ext>
            </a:extLst>
          </p:cNvPr>
          <p:cNvSpPr>
            <a:spLocks noGrp="1"/>
          </p:cNvSpPr>
          <p:nvPr/>
        </p:nvSpPr>
        <p:spPr>
          <a:xfrm>
            <a:off x="571500" y="1304925"/>
            <a:ext cx="11001375" cy="495300"/>
          </a:xfrm>
          <a:prstGeom prst="rect">
            <a:avLst/>
          </a:prstGeom>
          <a:noFill/>
          <a:ln w="0">
            <a:noFill/>
            <a:prstDash val="solid"/>
          </a:ln>
        </p:spPr>
        <p:txBody>
          <a:bodyPr lIns="0" tIns="0" rIns="0" bIns="0" anchor="ctr"/>
          <a:lstStyle>
            <a:defPPr algn="l">
              <a:defRPr sz="1800" b="0">
                <a:solidFill>
                  <a:srgbClr val="526770"/>
                </a:solidFill>
                <a:latin typeface="Arial"/>
                <a:ea typeface="Arial"/>
                <a:cs typeface="Arial"/>
              </a:defRPr>
            </a:defPPr>
            <a:lvl1pPr algn="l">
              <a:defRPr sz="1800" b="0">
                <a:solidFill>
                  <a:srgbClr val="526770"/>
                </a:solidFill>
                <a:latin typeface="Arial"/>
                <a:ea typeface="Arial"/>
                <a:cs typeface="Arial"/>
              </a:defRPr>
            </a:lvl1pPr>
            <a:lvl2pPr algn="l">
              <a:defRPr sz="1800" b="0">
                <a:solidFill>
                  <a:srgbClr val="526770"/>
                </a:solidFill>
                <a:latin typeface="Arial"/>
                <a:ea typeface="Arial"/>
                <a:cs typeface="Arial"/>
              </a:defRPr>
            </a:lvl2pPr>
            <a:lvl3pPr algn="l">
              <a:defRPr sz="1800" b="0">
                <a:solidFill>
                  <a:srgbClr val="526770"/>
                </a:solidFill>
                <a:latin typeface="Arial"/>
                <a:ea typeface="Arial"/>
                <a:cs typeface="Arial"/>
              </a:defRPr>
            </a:lvl3pPr>
            <a:lvl4pPr algn="l">
              <a:defRPr sz="1800" b="0">
                <a:solidFill>
                  <a:srgbClr val="526770"/>
                </a:solidFill>
                <a:latin typeface="Arial"/>
                <a:ea typeface="Arial"/>
                <a:cs typeface="Arial"/>
              </a:defRPr>
            </a:lvl4pPr>
            <a:lvl5pPr algn="l">
              <a:defRPr sz="1800" b="0">
                <a:solidFill>
                  <a:srgbClr val="526770"/>
                </a:solidFill>
                <a:latin typeface="Arial"/>
                <a:ea typeface="Arial"/>
                <a:cs typeface="Arial"/>
              </a:defRPr>
            </a:lvl5pPr>
            <a:lvl6pPr algn="l">
              <a:defRPr sz="1800" b="0">
                <a:solidFill>
                  <a:srgbClr val="526770"/>
                </a:solidFill>
                <a:latin typeface="Arial"/>
                <a:ea typeface="Arial"/>
                <a:cs typeface="Arial"/>
              </a:defRPr>
            </a:lvl6pPr>
            <a:lvl7pPr algn="l">
              <a:defRPr sz="1800" b="0">
                <a:solidFill>
                  <a:srgbClr val="526770"/>
                </a:solidFill>
                <a:latin typeface="Arial"/>
                <a:ea typeface="Arial"/>
                <a:cs typeface="Arial"/>
              </a:defRPr>
            </a:lvl7pPr>
            <a:lvl8pPr algn="l">
              <a:defRPr sz="1800" b="0">
                <a:solidFill>
                  <a:srgbClr val="526770"/>
                </a:solidFill>
                <a:latin typeface="Arial"/>
                <a:ea typeface="Arial"/>
                <a:cs typeface="Arial"/>
              </a:defRPr>
            </a:lvl8pPr>
            <a:lvl9pPr algn="l">
              <a:defRPr sz="1800" b="0">
                <a:solidFill>
                  <a:srgbClr val="526770"/>
                </a:solidFill>
                <a:latin typeface="Arial"/>
                <a:ea typeface="Arial"/>
                <a:cs typeface="Arial"/>
              </a:defRPr>
            </a:lvl9pPr>
          </a:lstStyle>
          <a:p>
            <a:pPr algn="l">
              <a:defRPr sz="1800" b="0">
                <a:solidFill>
                  <a:srgbClr val="526770"/>
                </a:solidFill>
                <a:latin typeface="Arial"/>
                <a:ea typeface="Arial"/>
                <a:cs typeface="Arial"/>
              </a:defRPr>
            </a:pPr>
            <a:r>
              <a:rPr sz="1800" b="0">
                <a:solidFill>
                  <a:srgbClr val="526770"/>
                </a:solidFill>
                <a:latin typeface="Arial"/>
                <a:ea typeface="Arial"/>
                <a:cs typeface="Arial"/>
              </a:rPr>
              <a:t>Amounts in ₹ lakh. Recruitment and onboarding are separate from payroll.</a:t>
            </a:r>
          </a:p>
        </p:txBody>
      </p:sp>
      <p:sp>
        <p:nvSpPr>
          <p:cNvPr id="4" name="visual-130">
            <a:extLst>
              <a:ext uri="{FF2B5EF4-FFF2-40B4-BE49-F238E27FC236}">
                <a16:creationId xmlns:a16="http://schemas.microsoft.com/office/drawing/2014/main" id="{CFA76702-001F-4554-9E2E-BC580A3FD13D}"/>
              </a:ext>
            </a:extLst>
          </p:cNvPr>
          <p:cNvSpPr>
            <a:spLocks noGrp="1"/>
          </p:cNvSpPr>
          <p:nvPr/>
        </p:nvSpPr>
        <p:spPr>
          <a:xfrm>
            <a:off x="571500" y="5772150"/>
            <a:ext cx="11001375" cy="19050"/>
          </a:xfrm>
          <a:prstGeom prst="rect">
            <a:avLst/>
          </a:prstGeom>
          <a:solidFill>
            <a:srgbClr val="C6D3D2"/>
          </a:solidFill>
          <a:ln w="0">
            <a:noFill/>
            <a:prstDash val="solid"/>
          </a:ln>
        </p:spPr>
      </p:sp>
      <p:sp>
        <p:nvSpPr>
          <p:cNvPr id="5" name="visual-131">
            <a:extLst>
              <a:ext uri="{FF2B5EF4-FFF2-40B4-BE49-F238E27FC236}">
                <a16:creationId xmlns:a16="http://schemas.microsoft.com/office/drawing/2014/main" id="{823C33B7-E154-4669-93A0-3381827DC49A}"/>
              </a:ext>
            </a:extLst>
          </p:cNvPr>
          <p:cNvSpPr>
            <a:spLocks noGrp="1"/>
          </p:cNvSpPr>
          <p:nvPr/>
        </p:nvSpPr>
        <p:spPr>
          <a:xfrm>
            <a:off x="571500" y="5895975"/>
            <a:ext cx="11001375" cy="485775"/>
          </a:xfrm>
          <a:prstGeom prst="rect">
            <a:avLst/>
          </a:prstGeom>
          <a:noFill/>
          <a:ln w="0">
            <a:noFill/>
            <a:prstDash val="solid"/>
          </a:ln>
        </p:spPr>
        <p:txBody>
          <a:bodyPr lIns="0" tIns="0" rIns="0" bIns="0" anchor="ctr"/>
          <a:lstStyle>
            <a:defPPr algn="l">
              <a:defRPr sz="1950" b="1">
                <a:solidFill>
                  <a:srgbClr val="147D80"/>
                </a:solidFill>
                <a:latin typeface="Arial"/>
                <a:ea typeface="Arial"/>
                <a:cs typeface="Arial"/>
              </a:defRPr>
            </a:defPPr>
            <a:lvl1pPr algn="l">
              <a:defRPr sz="1950" b="1">
                <a:solidFill>
                  <a:srgbClr val="147D80"/>
                </a:solidFill>
                <a:latin typeface="Arial"/>
                <a:ea typeface="Arial"/>
                <a:cs typeface="Arial"/>
              </a:defRPr>
            </a:lvl1pPr>
            <a:lvl2pPr algn="l">
              <a:defRPr sz="1950" b="1">
                <a:solidFill>
                  <a:srgbClr val="147D80"/>
                </a:solidFill>
                <a:latin typeface="Arial"/>
                <a:ea typeface="Arial"/>
                <a:cs typeface="Arial"/>
              </a:defRPr>
            </a:lvl2pPr>
            <a:lvl3pPr algn="l">
              <a:defRPr sz="1950" b="1">
                <a:solidFill>
                  <a:srgbClr val="147D80"/>
                </a:solidFill>
                <a:latin typeface="Arial"/>
                <a:ea typeface="Arial"/>
                <a:cs typeface="Arial"/>
              </a:defRPr>
            </a:lvl3pPr>
            <a:lvl4pPr algn="l">
              <a:defRPr sz="1950" b="1">
                <a:solidFill>
                  <a:srgbClr val="147D80"/>
                </a:solidFill>
                <a:latin typeface="Arial"/>
                <a:ea typeface="Arial"/>
                <a:cs typeface="Arial"/>
              </a:defRPr>
            </a:lvl4pPr>
            <a:lvl5pPr algn="l">
              <a:defRPr sz="1950" b="1">
                <a:solidFill>
                  <a:srgbClr val="147D80"/>
                </a:solidFill>
                <a:latin typeface="Arial"/>
                <a:ea typeface="Arial"/>
                <a:cs typeface="Arial"/>
              </a:defRPr>
            </a:lvl5pPr>
            <a:lvl6pPr algn="l">
              <a:defRPr sz="1950" b="1">
                <a:solidFill>
                  <a:srgbClr val="147D80"/>
                </a:solidFill>
                <a:latin typeface="Arial"/>
                <a:ea typeface="Arial"/>
                <a:cs typeface="Arial"/>
              </a:defRPr>
            </a:lvl6pPr>
            <a:lvl7pPr algn="l">
              <a:defRPr sz="1950" b="1">
                <a:solidFill>
                  <a:srgbClr val="147D80"/>
                </a:solidFill>
                <a:latin typeface="Arial"/>
                <a:ea typeface="Arial"/>
                <a:cs typeface="Arial"/>
              </a:defRPr>
            </a:lvl7pPr>
            <a:lvl8pPr algn="l">
              <a:defRPr sz="1950" b="1">
                <a:solidFill>
                  <a:srgbClr val="147D80"/>
                </a:solidFill>
                <a:latin typeface="Arial"/>
                <a:ea typeface="Arial"/>
                <a:cs typeface="Arial"/>
              </a:defRPr>
            </a:lvl8pPr>
            <a:lvl9pPr algn="l">
              <a:defRPr sz="1950" b="1">
                <a:solidFill>
                  <a:srgbClr val="147D80"/>
                </a:solidFill>
                <a:latin typeface="Arial"/>
                <a:ea typeface="Arial"/>
                <a:cs typeface="Arial"/>
              </a:defRPr>
            </a:lvl9pPr>
          </a:lstStyle>
          <a:p>
            <a:pPr algn="l">
              <a:defRPr sz="1950" b="1">
                <a:solidFill>
                  <a:srgbClr val="147D80"/>
                </a:solidFill>
                <a:latin typeface="Arial"/>
                <a:ea typeface="Arial"/>
                <a:cs typeface="Arial"/>
              </a:defRPr>
            </a:pPr>
            <a:r>
              <a:rPr sz="1950" b="1">
                <a:solidFill>
                  <a:srgbClr val="147D80"/>
                </a:solidFill>
                <a:latin typeface="Arial"/>
                <a:ea typeface="Arial"/>
                <a:cs typeface="Arial"/>
              </a:rPr>
              <a:t>Year 1 total is ₹32.40 crore. Recruitment alone is ₹3.97 crore.</a:t>
            </a:r>
          </a:p>
        </p:txBody>
      </p:sp>
      <p:sp>
        <p:nvSpPr>
          <p:cNvPr id="6" name="visual-132">
            <a:extLst>
              <a:ext uri="{FF2B5EF4-FFF2-40B4-BE49-F238E27FC236}">
                <a16:creationId xmlns:a16="http://schemas.microsoft.com/office/drawing/2014/main" id="{6DF5A10F-D84D-4CAD-8F61-3CC8B9DC8695}"/>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526770"/>
                </a:solidFill>
                <a:latin typeface="Arial"/>
                <a:ea typeface="Arial"/>
                <a:cs typeface="Arial"/>
              </a:defRPr>
            </a:defPPr>
            <a:lvl1pPr algn="r">
              <a:defRPr sz="1200" b="0">
                <a:solidFill>
                  <a:srgbClr val="526770"/>
                </a:solidFill>
                <a:latin typeface="Arial"/>
                <a:ea typeface="Arial"/>
                <a:cs typeface="Arial"/>
              </a:defRPr>
            </a:lvl1pPr>
            <a:lvl2pPr algn="r">
              <a:defRPr sz="1200" b="0">
                <a:solidFill>
                  <a:srgbClr val="526770"/>
                </a:solidFill>
                <a:latin typeface="Arial"/>
                <a:ea typeface="Arial"/>
                <a:cs typeface="Arial"/>
              </a:defRPr>
            </a:lvl2pPr>
            <a:lvl3pPr algn="r">
              <a:defRPr sz="1200" b="0">
                <a:solidFill>
                  <a:srgbClr val="526770"/>
                </a:solidFill>
                <a:latin typeface="Arial"/>
                <a:ea typeface="Arial"/>
                <a:cs typeface="Arial"/>
              </a:defRPr>
            </a:lvl3pPr>
            <a:lvl4pPr algn="r">
              <a:defRPr sz="1200" b="0">
                <a:solidFill>
                  <a:srgbClr val="526770"/>
                </a:solidFill>
                <a:latin typeface="Arial"/>
                <a:ea typeface="Arial"/>
                <a:cs typeface="Arial"/>
              </a:defRPr>
            </a:lvl4pPr>
            <a:lvl5pPr algn="r">
              <a:defRPr sz="1200" b="0">
                <a:solidFill>
                  <a:srgbClr val="526770"/>
                </a:solidFill>
                <a:latin typeface="Arial"/>
                <a:ea typeface="Arial"/>
                <a:cs typeface="Arial"/>
              </a:defRPr>
            </a:lvl5pPr>
            <a:lvl6pPr algn="r">
              <a:defRPr sz="1200" b="0">
                <a:solidFill>
                  <a:srgbClr val="526770"/>
                </a:solidFill>
                <a:latin typeface="Arial"/>
                <a:ea typeface="Arial"/>
                <a:cs typeface="Arial"/>
              </a:defRPr>
            </a:lvl6pPr>
            <a:lvl7pPr algn="r">
              <a:defRPr sz="1200" b="0">
                <a:solidFill>
                  <a:srgbClr val="526770"/>
                </a:solidFill>
                <a:latin typeface="Arial"/>
                <a:ea typeface="Arial"/>
                <a:cs typeface="Arial"/>
              </a:defRPr>
            </a:lvl7pPr>
            <a:lvl8pPr algn="r">
              <a:defRPr sz="1200" b="0">
                <a:solidFill>
                  <a:srgbClr val="526770"/>
                </a:solidFill>
                <a:latin typeface="Arial"/>
                <a:ea typeface="Arial"/>
                <a:cs typeface="Arial"/>
              </a:defRPr>
            </a:lvl8pPr>
            <a:lvl9pPr algn="r">
              <a:defRPr sz="1200" b="0">
                <a:solidFill>
                  <a:srgbClr val="526770"/>
                </a:solidFill>
                <a:latin typeface="Arial"/>
                <a:ea typeface="Arial"/>
                <a:cs typeface="Arial"/>
              </a:defRPr>
            </a:lvl9pPr>
          </a:lstStyle>
          <a:p>
            <a:pPr algn="r">
              <a:defRPr sz="1200" b="0">
                <a:solidFill>
                  <a:srgbClr val="526770"/>
                </a:solidFill>
                <a:latin typeface="Arial"/>
                <a:ea typeface="Arial"/>
                <a:cs typeface="Arial"/>
              </a:defRPr>
            </a:pPr>
            <a:r>
              <a:rPr sz="1200" b="0" dirty="0">
                <a:solidFill>
                  <a:srgbClr val="526770"/>
                </a:solidFill>
                <a:latin typeface="Arial"/>
                <a:ea typeface="Arial"/>
                <a:cs typeface="Arial"/>
              </a:rPr>
              <a:t>  10 / 17</a:t>
            </a:r>
          </a:p>
        </p:txBody>
      </p:sp>
      <p:graphicFrame>
        <p:nvGraphicFramePr>
          <p:cNvPr id="7" name="Table 6">
            <a:extLst>
              <a:ext uri="{FF2B5EF4-FFF2-40B4-BE49-F238E27FC236}">
                <a16:creationId xmlns:a16="http://schemas.microsoft.com/office/drawing/2014/main" id="{A7D1693F-AEE9-4A6E-9DB6-B68BB2277729}"/>
              </a:ext>
            </a:extLst>
          </p:cNvPr>
          <p:cNvGraphicFramePr/>
          <p:nvPr/>
        </p:nvGraphicFramePr>
        <p:xfrm>
          <a:off x="571500" y="1924050"/>
          <a:ext cx="11001375" cy="3188970"/>
        </p:xfrm>
        <a:graphic>
          <a:graphicData uri="http://schemas.openxmlformats.org/drawingml/2006/table">
            <a:tbl>
              <a:tblPr/>
              <a:tblGrid>
                <a:gridCol w="41433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gridCol w="1333500">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gridCol w="1714500">
                  <a:extLst>
                    <a:ext uri="{9D8B030D-6E8A-4147-A177-3AD203B41FA5}">
                      <a16:colId xmlns:a16="http://schemas.microsoft.com/office/drawing/2014/main" val="20005"/>
                    </a:ext>
                  </a:extLst>
                </a:gridCol>
              </a:tblGrid>
              <a:tr h="351367">
                <a:tc>
                  <a:txBody>
                    <a:bodyPr/>
                    <a:lstStyle/>
                    <a:p>
                      <a:pPr algn="l"/>
                      <a:r>
                        <a:rPr sz="1725" b="1">
                          <a:solidFill>
                            <a:srgbClr val="FFFFFF"/>
                          </a:solidFill>
                          <a:latin typeface="Arial"/>
                          <a:ea typeface="Arial"/>
                          <a:cs typeface="Arial"/>
                        </a:rPr>
                        <a:t>Role</a:t>
                      </a:r>
                    </a:p>
                  </a:txBody>
                  <a:tcPr anchor="ctr">
                    <a:lnL w="5715">
                      <a:solidFill>
                        <a:srgbClr val="C6D3D2"/>
                      </a:solidFill>
                      <a:prstDash val="soli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Hires</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Recruit</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Onboard</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Y1 payroll</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tc>
                  <a:txBody>
                    <a:bodyPr/>
                    <a:lstStyle/>
                    <a:p>
                      <a:pPr algn="ctr"/>
                      <a:r>
                        <a:rPr sz="1725" b="1">
                          <a:solidFill>
                            <a:srgbClr val="FFFFFF"/>
                          </a:solidFill>
                          <a:latin typeface="Arial"/>
                          <a:ea typeface="Arial"/>
                          <a:cs typeface="Arial"/>
                        </a:rPr>
                        <a:t>Y1 total</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a:solidFill>
                        <a:srgbClr val="C6D3D2"/>
                      </a:solidFill>
                      <a:prstDash val="solid"/>
                    </a:lnT>
                    <a:lnB w="5715">
                      <a:solidFill>
                        <a:srgbClr val="C6D3D2"/>
                      </a:solidFill>
                      <a:prstDash val="solid"/>
                    </a:lnB>
                    <a:solidFill>
                      <a:srgbClr val="132F3B"/>
                    </a:solidFill>
                  </a:tcPr>
                </a:tc>
                <a:extLst>
                  <a:ext uri="{0D108BD9-81ED-4DB2-BD59-A6C34878D82A}">
                    <a16:rowId xmlns:a16="http://schemas.microsoft.com/office/drawing/2014/main" val="10000"/>
                  </a:ext>
                </a:extLst>
              </a:tr>
              <a:tr h="351367">
                <a:tc>
                  <a:txBody>
                    <a:bodyPr/>
                    <a:lstStyle/>
                    <a:p>
                      <a:pPr algn="l"/>
                      <a:r>
                        <a:rPr sz="1725" b="0">
                          <a:solidFill>
                            <a:srgbClr val="132F3B"/>
                          </a:solidFill>
                          <a:latin typeface="Arial"/>
                          <a:ea typeface="Arial"/>
                          <a:cs typeface="Arial"/>
                        </a:rPr>
                        <a:t>Product Owner</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16.0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3.0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110.0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129.0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1"/>
                  </a:ext>
                </a:extLst>
              </a:tr>
              <a:tr h="351367">
                <a:tc>
                  <a:txBody>
                    <a:bodyPr/>
                    <a:lstStyle/>
                    <a:p>
                      <a:pPr algn="l"/>
                      <a:r>
                        <a:rPr sz="1725" b="0">
                          <a:solidFill>
                            <a:srgbClr val="132F3B"/>
                          </a:solidFill>
                          <a:latin typeface="Arial"/>
                          <a:ea typeface="Arial"/>
                          <a:cs typeface="Arial"/>
                        </a:rPr>
                        <a:t>Platform and Software</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95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152.0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57.0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1,020.0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1,229.0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extLst>
                  <a:ext uri="{0D108BD9-81ED-4DB2-BD59-A6C34878D82A}">
                    <a16:rowId xmlns:a16="http://schemas.microsoft.com/office/drawing/2014/main" val="10002"/>
                  </a:ext>
                </a:extLst>
              </a:tr>
              <a:tr h="351367">
                <a:tc>
                  <a:txBody>
                    <a:bodyPr/>
                    <a:lstStyle/>
                    <a:p>
                      <a:pPr algn="l"/>
                      <a:r>
                        <a:rPr sz="1725" b="0">
                          <a:solidFill>
                            <a:srgbClr val="132F3B"/>
                          </a:solidFill>
                          <a:latin typeface="Arial"/>
                          <a:ea typeface="Arial"/>
                          <a:cs typeface="Arial"/>
                        </a:rPr>
                        <a:t>Data and AI</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60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115.2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36.0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774.0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925.2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3"/>
                  </a:ext>
                </a:extLst>
              </a:tr>
              <a:tr h="351367">
                <a:tc>
                  <a:txBody>
                    <a:bodyPr/>
                    <a:lstStyle/>
                    <a:p>
                      <a:pPr algn="l"/>
                      <a:r>
                        <a:rPr sz="1725" b="0">
                          <a:solidFill>
                            <a:srgbClr val="132F3B"/>
                          </a:solidFill>
                          <a:latin typeface="Arial"/>
                          <a:ea typeface="Arial"/>
                          <a:cs typeface="Arial"/>
                        </a:rPr>
                        <a:t>Quality and AI Assurance</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34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43.5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20.4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296.0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359.9</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extLst>
                  <a:ext uri="{0D108BD9-81ED-4DB2-BD59-A6C34878D82A}">
                    <a16:rowId xmlns:a16="http://schemas.microsoft.com/office/drawing/2014/main" val="10004"/>
                  </a:ext>
                </a:extLst>
              </a:tr>
              <a:tr h="351367">
                <a:tc>
                  <a:txBody>
                    <a:bodyPr/>
                    <a:lstStyle/>
                    <a:p>
                      <a:pPr algn="l"/>
                      <a:r>
                        <a:rPr sz="1725" b="0">
                          <a:solidFill>
                            <a:srgbClr val="132F3B"/>
                          </a:solidFill>
                          <a:latin typeface="Arial"/>
                          <a:ea typeface="Arial"/>
                          <a:cs typeface="Arial"/>
                        </a:rPr>
                        <a:t>Customer Data and Contract</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17</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16.3</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10.2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111.0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137.5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5"/>
                  </a:ext>
                </a:extLst>
              </a:tr>
              <a:tr h="351367">
                <a:tc>
                  <a:txBody>
                    <a:bodyPr/>
                    <a:lstStyle/>
                    <a:p>
                      <a:pPr algn="l"/>
                      <a:r>
                        <a:rPr sz="1725" b="0">
                          <a:solidFill>
                            <a:srgbClr val="132F3B"/>
                          </a:solidFill>
                          <a:latin typeface="Arial"/>
                          <a:ea typeface="Arial"/>
                          <a:cs typeface="Arial"/>
                        </a:rPr>
                        <a:t>Customer Success and Solutions</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24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28.8</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14.4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195.0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tc>
                  <a:txBody>
                    <a:bodyPr/>
                    <a:lstStyle/>
                    <a:p>
                      <a:pPr algn="ctr"/>
                      <a:r>
                        <a:rPr sz="1725" b="0">
                          <a:solidFill>
                            <a:srgbClr val="132F3B"/>
                          </a:solidFill>
                          <a:latin typeface="Arial"/>
                          <a:ea typeface="Arial"/>
                          <a:cs typeface="Arial"/>
                        </a:rPr>
                        <a:t>238.2</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EEF2ED"/>
                    </a:solidFill>
                  </a:tcPr>
                </a:tc>
                <a:extLst>
                  <a:ext uri="{0D108BD9-81ED-4DB2-BD59-A6C34878D82A}">
                    <a16:rowId xmlns:a16="http://schemas.microsoft.com/office/drawing/2014/main" val="10006"/>
                  </a:ext>
                </a:extLst>
              </a:tr>
              <a:tr h="351367">
                <a:tc>
                  <a:txBody>
                    <a:bodyPr/>
                    <a:lstStyle/>
                    <a:p>
                      <a:pPr algn="l"/>
                      <a:r>
                        <a:rPr sz="1725" b="0">
                          <a:solidFill>
                            <a:srgbClr val="132F3B"/>
                          </a:solidFill>
                          <a:latin typeface="Arial"/>
                          <a:ea typeface="Arial"/>
                          <a:cs typeface="Arial"/>
                        </a:rPr>
                        <a:t>Service Operations backfill</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40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25.6</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24.0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172.0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tc>
                  <a:txBody>
                    <a:bodyPr/>
                    <a:lstStyle/>
                    <a:p>
                      <a:pPr algn="ctr"/>
                      <a:r>
                        <a:rPr sz="1725" b="0">
                          <a:solidFill>
                            <a:srgbClr val="132F3B"/>
                          </a:solidFill>
                          <a:latin typeface="Arial"/>
                          <a:ea typeface="Arial"/>
                          <a:cs typeface="Arial"/>
                        </a:rPr>
                        <a:t>221.6</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FFFFFF"/>
                    </a:solidFill>
                  </a:tcPr>
                </a:tc>
                <a:extLst>
                  <a:ext uri="{0D108BD9-81ED-4DB2-BD59-A6C34878D82A}">
                    <a16:rowId xmlns:a16="http://schemas.microsoft.com/office/drawing/2014/main" val="10007"/>
                  </a:ext>
                </a:extLst>
              </a:tr>
              <a:tr h="351367">
                <a:tc>
                  <a:txBody>
                    <a:bodyPr/>
                    <a:lstStyle/>
                    <a:p>
                      <a:pPr algn="l"/>
                      <a:r>
                        <a:rPr sz="1725" b="1">
                          <a:solidFill>
                            <a:srgbClr val="132F3B"/>
                          </a:solidFill>
                          <a:latin typeface="Arial"/>
                          <a:ea typeface="Arial"/>
                          <a:cs typeface="Arial"/>
                        </a:rPr>
                        <a:t>TOTAL</a:t>
                      </a:r>
                    </a:p>
                  </a:txBody>
                  <a:tcPr anchor="ctr">
                    <a:lnL w="5715">
                      <a:solidFill>
                        <a:srgbClr val="C6D3D2"/>
                      </a:solidFill>
                      <a:prstDash val="soli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275</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397.4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165.0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2,678.0</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tc>
                  <a:txBody>
                    <a:bodyPr/>
                    <a:lstStyle/>
                    <a:p>
                      <a:pPr algn="ctr"/>
                      <a:r>
                        <a:rPr sz="1725" b="1">
                          <a:solidFill>
                            <a:srgbClr val="132F3B"/>
                          </a:solidFill>
                          <a:latin typeface="Arial"/>
                          <a:ea typeface="Arial"/>
                          <a:cs typeface="Arial"/>
                        </a:rPr>
                        <a:t>3,240.4</a:t>
                      </a:r>
                    </a:p>
                  </a:txBody>
                  <a:tcPr anchor="ctr">
                    <a:lnL w="5715" cap="flat" cmpd="sng" algn="ctr">
                      <a:solidFill>
                        <a:srgbClr val="C6D3D2"/>
                      </a:solidFill>
                      <a:prstDash val="solid"/>
                      <a:round/>
                      <a:headEnd type="none" w="med" len="med"/>
                      <a:tailEnd type="none" w="med" len="med"/>
                    </a:lnL>
                    <a:lnR w="5715">
                      <a:solidFill>
                        <a:srgbClr val="C6D3D2"/>
                      </a:solidFill>
                      <a:prstDash val="solid"/>
                    </a:lnR>
                    <a:lnT w="5715" cap="flat" cmpd="sng" algn="ctr">
                      <a:solidFill>
                        <a:srgbClr val="C6D3D2"/>
                      </a:solidFill>
                      <a:prstDash val="solid"/>
                      <a:round/>
                      <a:headEnd type="none" w="med" len="med"/>
                      <a:tailEnd type="none" w="med" len="med"/>
                    </a:lnT>
                    <a:lnB w="5715">
                      <a:solidFill>
                        <a:srgbClr val="C6D3D2"/>
                      </a:solidFill>
                      <a:prstDash val="solid"/>
                    </a:lnB>
                    <a:solidFill>
                      <a:srgbClr val="DDEBE7"/>
                    </a:solidFill>
                  </a:tcPr>
                </a:tc>
                <a:extLst>
                  <a:ext uri="{0D108BD9-81ED-4DB2-BD59-A6C34878D82A}">
                    <a16:rowId xmlns:a16="http://schemas.microsoft.com/office/drawing/2014/main" val="10008"/>
                  </a:ext>
                </a:extLst>
              </a:tr>
            </a:tbl>
          </a:graphicData>
        </a:graphic>
      </p:graphicFrame>
      <p:sp>
        <p:nvSpPr>
          <p:cNvPr id="8" name="visual-133">
            <a:extLst>
              <a:ext uri="{FF2B5EF4-FFF2-40B4-BE49-F238E27FC236}">
                <a16:creationId xmlns:a16="http://schemas.microsoft.com/office/drawing/2014/main" id="{B902A132-2C44-498D-A9C6-293D69447FB4}"/>
              </a:ext>
            </a:extLst>
          </p:cNvPr>
          <p:cNvSpPr>
            <a:spLocks noGrp="1"/>
          </p:cNvSpPr>
          <p:nvPr/>
        </p:nvSpPr>
        <p:spPr>
          <a:xfrm>
            <a:off x="571500" y="5181600"/>
            <a:ext cx="11001375" cy="466725"/>
          </a:xfrm>
          <a:prstGeom prst="rect">
            <a:avLst/>
          </a:prstGeom>
          <a:noFill/>
          <a:ln w="0">
            <a:noFill/>
            <a:prstDash val="solid"/>
          </a:ln>
        </p:spPr>
        <p:txBody>
          <a:bodyPr lIns="0" tIns="0" rIns="0" bIns="0" anchor="ctr"/>
          <a:lstStyle>
            <a:defPPr algn="l">
              <a:defRPr sz="1800" b="0">
                <a:solidFill>
                  <a:srgbClr val="526770"/>
                </a:solidFill>
                <a:latin typeface="Arial"/>
                <a:ea typeface="Arial"/>
                <a:cs typeface="Arial"/>
              </a:defRPr>
            </a:defPPr>
            <a:lvl1pPr algn="l">
              <a:defRPr sz="1800" b="0">
                <a:solidFill>
                  <a:srgbClr val="526770"/>
                </a:solidFill>
                <a:latin typeface="Arial"/>
                <a:ea typeface="Arial"/>
                <a:cs typeface="Arial"/>
              </a:defRPr>
            </a:lvl1pPr>
            <a:lvl2pPr algn="l">
              <a:defRPr sz="1800" b="0">
                <a:solidFill>
                  <a:srgbClr val="526770"/>
                </a:solidFill>
                <a:latin typeface="Arial"/>
                <a:ea typeface="Arial"/>
                <a:cs typeface="Arial"/>
              </a:defRPr>
            </a:lvl2pPr>
            <a:lvl3pPr algn="l">
              <a:defRPr sz="1800" b="0">
                <a:solidFill>
                  <a:srgbClr val="526770"/>
                </a:solidFill>
                <a:latin typeface="Arial"/>
                <a:ea typeface="Arial"/>
                <a:cs typeface="Arial"/>
              </a:defRPr>
            </a:lvl3pPr>
            <a:lvl4pPr algn="l">
              <a:defRPr sz="1800" b="0">
                <a:solidFill>
                  <a:srgbClr val="526770"/>
                </a:solidFill>
                <a:latin typeface="Arial"/>
                <a:ea typeface="Arial"/>
                <a:cs typeface="Arial"/>
              </a:defRPr>
            </a:lvl4pPr>
            <a:lvl5pPr algn="l">
              <a:defRPr sz="1800" b="0">
                <a:solidFill>
                  <a:srgbClr val="526770"/>
                </a:solidFill>
                <a:latin typeface="Arial"/>
                <a:ea typeface="Arial"/>
                <a:cs typeface="Arial"/>
              </a:defRPr>
            </a:lvl5pPr>
            <a:lvl6pPr algn="l">
              <a:defRPr sz="1800" b="0">
                <a:solidFill>
                  <a:srgbClr val="526770"/>
                </a:solidFill>
                <a:latin typeface="Arial"/>
                <a:ea typeface="Arial"/>
                <a:cs typeface="Arial"/>
              </a:defRPr>
            </a:lvl6pPr>
            <a:lvl7pPr algn="l">
              <a:defRPr sz="1800" b="0">
                <a:solidFill>
                  <a:srgbClr val="526770"/>
                </a:solidFill>
                <a:latin typeface="Arial"/>
                <a:ea typeface="Arial"/>
                <a:cs typeface="Arial"/>
              </a:defRPr>
            </a:lvl7pPr>
            <a:lvl8pPr algn="l">
              <a:defRPr sz="1800" b="0">
                <a:solidFill>
                  <a:srgbClr val="526770"/>
                </a:solidFill>
                <a:latin typeface="Arial"/>
                <a:ea typeface="Arial"/>
                <a:cs typeface="Arial"/>
              </a:defRPr>
            </a:lvl8pPr>
            <a:lvl9pPr algn="l">
              <a:defRPr sz="1800" b="0">
                <a:solidFill>
                  <a:srgbClr val="526770"/>
                </a:solidFill>
                <a:latin typeface="Arial"/>
                <a:ea typeface="Arial"/>
                <a:cs typeface="Arial"/>
              </a:defRPr>
            </a:lvl9pPr>
          </a:lstStyle>
          <a:p>
            <a:pPr algn="l">
              <a:defRPr sz="1800" b="0">
                <a:solidFill>
                  <a:srgbClr val="526770"/>
                </a:solidFill>
                <a:latin typeface="Arial"/>
                <a:ea typeface="Arial"/>
                <a:cs typeface="Arial"/>
              </a:defRPr>
            </a:pPr>
            <a:r>
              <a:rPr sz="1800" b="0">
                <a:solidFill>
                  <a:srgbClr val="526770"/>
                </a:solidFill>
                <a:latin typeface="Arial"/>
                <a:ea typeface="Arial"/>
                <a:cs typeface="Arial"/>
              </a:rPr>
              <a:t>8% of annual CTC to recruit. ₹0.60 lakh to onboard each hire. Vendor costs excluded.</a:t>
            </a:r>
          </a:p>
        </p:txBody>
      </p:sp>
    </p:spTree>
    <p:extLst>
      <p:ext uri="{BB962C8B-B14F-4D97-AF65-F5344CB8AC3E}">
        <p14:creationId xmlns:p14="http://schemas.microsoft.com/office/powerpoint/2010/main" val="167706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visual-134">
            <a:extLst>
              <a:ext uri="{FF2B5EF4-FFF2-40B4-BE49-F238E27FC236}">
                <a16:creationId xmlns:a16="http://schemas.microsoft.com/office/drawing/2014/main" id="{B9ECDCAB-125A-401D-85DF-64E64F4F9D2E}"/>
              </a:ext>
            </a:extLst>
          </p:cNvPr>
          <p:cNvSpPr>
            <a:spLocks noGrp="1"/>
          </p:cNvSpPr>
          <p:nvPr/>
        </p:nvSpPr>
        <p:spPr>
          <a:xfrm>
            <a:off x="0" y="0"/>
            <a:ext cx="133350" cy="6858000"/>
          </a:xfrm>
          <a:prstGeom prst="rect">
            <a:avLst/>
          </a:prstGeom>
          <a:solidFill>
            <a:schemeClr val="tx2">
              <a:lumMod val="75000"/>
            </a:schemeClr>
          </a:solidFill>
          <a:ln w="0">
            <a:noFill/>
            <a:prstDash val="solid"/>
          </a:ln>
        </p:spPr>
      </p:sp>
      <p:sp>
        <p:nvSpPr>
          <p:cNvPr id="2" name="visual-135">
            <a:extLst>
              <a:ext uri="{FF2B5EF4-FFF2-40B4-BE49-F238E27FC236}">
                <a16:creationId xmlns:a16="http://schemas.microsoft.com/office/drawing/2014/main" id="{C9193AFC-0164-4328-809F-5C209BE022BB}"/>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F7F4ED"/>
                </a:solidFill>
                <a:latin typeface="Arial"/>
                <a:ea typeface="Arial"/>
                <a:cs typeface="Arial"/>
              </a:defRPr>
            </a:defPPr>
            <a:lvl1pPr algn="l">
              <a:defRPr sz="3300" b="1">
                <a:solidFill>
                  <a:srgbClr val="F7F4ED"/>
                </a:solidFill>
                <a:latin typeface="Arial"/>
                <a:ea typeface="Arial"/>
                <a:cs typeface="Arial"/>
              </a:defRPr>
            </a:lvl1pPr>
            <a:lvl2pPr algn="l">
              <a:defRPr sz="3300" b="1">
                <a:solidFill>
                  <a:srgbClr val="F7F4ED"/>
                </a:solidFill>
                <a:latin typeface="Arial"/>
                <a:ea typeface="Arial"/>
                <a:cs typeface="Arial"/>
              </a:defRPr>
            </a:lvl2pPr>
            <a:lvl3pPr algn="l">
              <a:defRPr sz="3300" b="1">
                <a:solidFill>
                  <a:srgbClr val="F7F4ED"/>
                </a:solidFill>
                <a:latin typeface="Arial"/>
                <a:ea typeface="Arial"/>
                <a:cs typeface="Arial"/>
              </a:defRPr>
            </a:lvl3pPr>
            <a:lvl4pPr algn="l">
              <a:defRPr sz="3300" b="1">
                <a:solidFill>
                  <a:srgbClr val="F7F4ED"/>
                </a:solidFill>
                <a:latin typeface="Arial"/>
                <a:ea typeface="Arial"/>
                <a:cs typeface="Arial"/>
              </a:defRPr>
            </a:lvl4pPr>
            <a:lvl5pPr algn="l">
              <a:defRPr sz="3300" b="1">
                <a:solidFill>
                  <a:srgbClr val="F7F4ED"/>
                </a:solidFill>
                <a:latin typeface="Arial"/>
                <a:ea typeface="Arial"/>
                <a:cs typeface="Arial"/>
              </a:defRPr>
            </a:lvl5pPr>
            <a:lvl6pPr algn="l">
              <a:defRPr sz="3300" b="1">
                <a:solidFill>
                  <a:srgbClr val="F7F4ED"/>
                </a:solidFill>
                <a:latin typeface="Arial"/>
                <a:ea typeface="Arial"/>
                <a:cs typeface="Arial"/>
              </a:defRPr>
            </a:lvl6pPr>
            <a:lvl7pPr algn="l">
              <a:defRPr sz="3300" b="1">
                <a:solidFill>
                  <a:srgbClr val="F7F4ED"/>
                </a:solidFill>
                <a:latin typeface="Arial"/>
                <a:ea typeface="Arial"/>
                <a:cs typeface="Arial"/>
              </a:defRPr>
            </a:lvl7pPr>
            <a:lvl8pPr algn="l">
              <a:defRPr sz="3300" b="1">
                <a:solidFill>
                  <a:srgbClr val="F7F4ED"/>
                </a:solidFill>
                <a:latin typeface="Arial"/>
                <a:ea typeface="Arial"/>
                <a:cs typeface="Arial"/>
              </a:defRPr>
            </a:lvl8pPr>
            <a:lvl9pPr algn="l">
              <a:defRPr sz="3300" b="1">
                <a:solidFill>
                  <a:srgbClr val="F7F4ED"/>
                </a:solidFill>
                <a:latin typeface="Arial"/>
                <a:ea typeface="Arial"/>
                <a:cs typeface="Arial"/>
              </a:defRPr>
            </a:lvl9pPr>
          </a:lstStyle>
          <a:p>
            <a:pPr algn="l">
              <a:defRPr sz="3300" b="1">
                <a:solidFill>
                  <a:srgbClr val="F7F4ED"/>
                </a:solidFill>
                <a:latin typeface="Arial"/>
                <a:ea typeface="Arial"/>
                <a:cs typeface="Arial"/>
              </a:defRPr>
            </a:pPr>
            <a:r>
              <a:rPr sz="3300" b="1" dirty="0">
                <a:solidFill>
                  <a:schemeClr val="bg2">
                    <a:lumMod val="25000"/>
                  </a:schemeClr>
                </a:solidFill>
                <a:latin typeface="Arial"/>
                <a:ea typeface="Arial"/>
                <a:cs typeface="Arial"/>
              </a:rPr>
              <a:t>Product Owner</a:t>
            </a:r>
          </a:p>
        </p:txBody>
      </p:sp>
      <p:sp>
        <p:nvSpPr>
          <p:cNvPr id="3" name="visual-136">
            <a:extLst>
              <a:ext uri="{FF2B5EF4-FFF2-40B4-BE49-F238E27FC236}">
                <a16:creationId xmlns:a16="http://schemas.microsoft.com/office/drawing/2014/main" id="{E409C24F-4D13-459F-BF77-297FFBE31DE7}"/>
              </a:ext>
            </a:extLst>
          </p:cNvPr>
          <p:cNvSpPr>
            <a:spLocks noGrp="1"/>
          </p:cNvSpPr>
          <p:nvPr/>
        </p:nvSpPr>
        <p:spPr>
          <a:xfrm>
            <a:off x="571500" y="1304925"/>
            <a:ext cx="11001375" cy="495300"/>
          </a:xfrm>
          <a:prstGeom prst="rect">
            <a:avLst/>
          </a:prstGeom>
          <a:noFill/>
          <a:ln w="0">
            <a:noFill/>
            <a:prstDash val="solid"/>
          </a:ln>
        </p:spPr>
        <p:txBody>
          <a:bodyPr lIns="0" tIns="0" rIns="0" bIns="0" anchor="ctr"/>
          <a:lstStyle>
            <a:defPPr algn="l">
              <a:defRPr sz="1800" b="0">
                <a:solidFill>
                  <a:srgbClr val="BDD4D4"/>
                </a:solidFill>
                <a:latin typeface="Arial"/>
                <a:ea typeface="Arial"/>
                <a:cs typeface="Arial"/>
              </a:defRPr>
            </a:defPPr>
            <a:lvl1pPr algn="l">
              <a:defRPr sz="1800" b="0">
                <a:solidFill>
                  <a:srgbClr val="BDD4D4"/>
                </a:solidFill>
                <a:latin typeface="Arial"/>
                <a:ea typeface="Arial"/>
                <a:cs typeface="Arial"/>
              </a:defRPr>
            </a:lvl1pPr>
            <a:lvl2pPr algn="l">
              <a:defRPr sz="1800" b="0">
                <a:solidFill>
                  <a:srgbClr val="BDD4D4"/>
                </a:solidFill>
                <a:latin typeface="Arial"/>
                <a:ea typeface="Arial"/>
                <a:cs typeface="Arial"/>
              </a:defRPr>
            </a:lvl2pPr>
            <a:lvl3pPr algn="l">
              <a:defRPr sz="1800" b="0">
                <a:solidFill>
                  <a:srgbClr val="BDD4D4"/>
                </a:solidFill>
                <a:latin typeface="Arial"/>
                <a:ea typeface="Arial"/>
                <a:cs typeface="Arial"/>
              </a:defRPr>
            </a:lvl3pPr>
            <a:lvl4pPr algn="l">
              <a:defRPr sz="1800" b="0">
                <a:solidFill>
                  <a:srgbClr val="BDD4D4"/>
                </a:solidFill>
                <a:latin typeface="Arial"/>
                <a:ea typeface="Arial"/>
                <a:cs typeface="Arial"/>
              </a:defRPr>
            </a:lvl4pPr>
            <a:lvl5pPr algn="l">
              <a:defRPr sz="1800" b="0">
                <a:solidFill>
                  <a:srgbClr val="BDD4D4"/>
                </a:solidFill>
                <a:latin typeface="Arial"/>
                <a:ea typeface="Arial"/>
                <a:cs typeface="Arial"/>
              </a:defRPr>
            </a:lvl5pPr>
            <a:lvl6pPr algn="l">
              <a:defRPr sz="1800" b="0">
                <a:solidFill>
                  <a:srgbClr val="BDD4D4"/>
                </a:solidFill>
                <a:latin typeface="Arial"/>
                <a:ea typeface="Arial"/>
                <a:cs typeface="Arial"/>
              </a:defRPr>
            </a:lvl6pPr>
            <a:lvl7pPr algn="l">
              <a:defRPr sz="1800" b="0">
                <a:solidFill>
                  <a:srgbClr val="BDD4D4"/>
                </a:solidFill>
                <a:latin typeface="Arial"/>
                <a:ea typeface="Arial"/>
                <a:cs typeface="Arial"/>
              </a:defRPr>
            </a:lvl7pPr>
            <a:lvl8pPr algn="l">
              <a:defRPr sz="1800" b="0">
                <a:solidFill>
                  <a:srgbClr val="BDD4D4"/>
                </a:solidFill>
                <a:latin typeface="Arial"/>
                <a:ea typeface="Arial"/>
                <a:cs typeface="Arial"/>
              </a:defRPr>
            </a:lvl8pPr>
            <a:lvl9pPr algn="l">
              <a:defRPr sz="1800" b="0">
                <a:solidFill>
                  <a:srgbClr val="BDD4D4"/>
                </a:solidFill>
                <a:latin typeface="Arial"/>
                <a:ea typeface="Arial"/>
                <a:cs typeface="Arial"/>
              </a:defRPr>
            </a:lvl9pPr>
          </a:lstStyle>
          <a:p>
            <a:pPr algn="l">
              <a:defRPr sz="1800" b="0">
                <a:solidFill>
                  <a:srgbClr val="BDD4D4"/>
                </a:solidFill>
                <a:latin typeface="Arial"/>
                <a:ea typeface="Arial"/>
                <a:cs typeface="Arial"/>
              </a:defRPr>
            </a:pPr>
            <a:r>
              <a:rPr sz="1800" b="0" dirty="0">
                <a:solidFill>
                  <a:schemeClr val="tx1"/>
                </a:solidFill>
                <a:latin typeface="Arial"/>
                <a:ea typeface="Arial"/>
                <a:cs typeface="Arial"/>
              </a:rPr>
              <a:t>A clear priority for the whole squad</a:t>
            </a:r>
          </a:p>
        </p:txBody>
      </p:sp>
      <p:sp>
        <p:nvSpPr>
          <p:cNvPr id="4" name="visual-137">
            <a:extLst>
              <a:ext uri="{FF2B5EF4-FFF2-40B4-BE49-F238E27FC236}">
                <a16:creationId xmlns:a16="http://schemas.microsoft.com/office/drawing/2014/main" id="{06AC8298-6270-4121-80C9-9BC7960BB04D}"/>
              </a:ext>
            </a:extLst>
          </p:cNvPr>
          <p:cNvSpPr>
            <a:spLocks noGrp="1"/>
          </p:cNvSpPr>
          <p:nvPr/>
        </p:nvSpPr>
        <p:spPr>
          <a:xfrm>
            <a:off x="571500" y="5772150"/>
            <a:ext cx="11001375" cy="19050"/>
          </a:xfrm>
          <a:prstGeom prst="rect">
            <a:avLst/>
          </a:prstGeom>
          <a:solidFill>
            <a:srgbClr val="45616A"/>
          </a:solidFill>
          <a:ln w="0">
            <a:noFill/>
            <a:prstDash val="solid"/>
          </a:ln>
        </p:spPr>
      </p:sp>
      <p:sp>
        <p:nvSpPr>
          <p:cNvPr id="5" name="visual-138">
            <a:extLst>
              <a:ext uri="{FF2B5EF4-FFF2-40B4-BE49-F238E27FC236}">
                <a16:creationId xmlns:a16="http://schemas.microsoft.com/office/drawing/2014/main" id="{BF505FCE-445C-47C5-9612-0A5C543310B5}"/>
              </a:ext>
            </a:extLst>
          </p:cNvPr>
          <p:cNvSpPr>
            <a:spLocks noGrp="1"/>
          </p:cNvSpPr>
          <p:nvPr/>
        </p:nvSpPr>
        <p:spPr>
          <a:xfrm>
            <a:off x="571500" y="5895975"/>
            <a:ext cx="11001375" cy="485775"/>
          </a:xfrm>
          <a:prstGeom prst="rect">
            <a:avLst/>
          </a:prstGeom>
          <a:noFill/>
          <a:ln w="0">
            <a:noFill/>
            <a:prstDash val="solid"/>
          </a:ln>
        </p:spPr>
        <p:txBody>
          <a:bodyPr lIns="0" tIns="0" rIns="0" bIns="0" anchor="ctr"/>
          <a:lstStyle>
            <a:defPPr algn="l">
              <a:defRPr sz="1950" b="1">
                <a:solidFill>
                  <a:srgbClr val="E7BC73"/>
                </a:solidFill>
                <a:latin typeface="Arial"/>
                <a:ea typeface="Arial"/>
                <a:cs typeface="Arial"/>
              </a:defRPr>
            </a:defPPr>
            <a:lvl1pPr algn="l">
              <a:defRPr sz="1950" b="1">
                <a:solidFill>
                  <a:srgbClr val="E7BC73"/>
                </a:solidFill>
                <a:latin typeface="Arial"/>
                <a:ea typeface="Arial"/>
                <a:cs typeface="Arial"/>
              </a:defRPr>
            </a:lvl1pPr>
            <a:lvl2pPr algn="l">
              <a:defRPr sz="1950" b="1">
                <a:solidFill>
                  <a:srgbClr val="E7BC73"/>
                </a:solidFill>
                <a:latin typeface="Arial"/>
                <a:ea typeface="Arial"/>
                <a:cs typeface="Arial"/>
              </a:defRPr>
            </a:lvl2pPr>
            <a:lvl3pPr algn="l">
              <a:defRPr sz="1950" b="1">
                <a:solidFill>
                  <a:srgbClr val="E7BC73"/>
                </a:solidFill>
                <a:latin typeface="Arial"/>
                <a:ea typeface="Arial"/>
                <a:cs typeface="Arial"/>
              </a:defRPr>
            </a:lvl3pPr>
            <a:lvl4pPr algn="l">
              <a:defRPr sz="1950" b="1">
                <a:solidFill>
                  <a:srgbClr val="E7BC73"/>
                </a:solidFill>
                <a:latin typeface="Arial"/>
                <a:ea typeface="Arial"/>
                <a:cs typeface="Arial"/>
              </a:defRPr>
            </a:lvl4pPr>
            <a:lvl5pPr algn="l">
              <a:defRPr sz="1950" b="1">
                <a:solidFill>
                  <a:srgbClr val="E7BC73"/>
                </a:solidFill>
                <a:latin typeface="Arial"/>
                <a:ea typeface="Arial"/>
                <a:cs typeface="Arial"/>
              </a:defRPr>
            </a:lvl5pPr>
            <a:lvl6pPr algn="l">
              <a:defRPr sz="1950" b="1">
                <a:solidFill>
                  <a:srgbClr val="E7BC73"/>
                </a:solidFill>
                <a:latin typeface="Arial"/>
                <a:ea typeface="Arial"/>
                <a:cs typeface="Arial"/>
              </a:defRPr>
            </a:lvl6pPr>
            <a:lvl7pPr algn="l">
              <a:defRPr sz="1950" b="1">
                <a:solidFill>
                  <a:srgbClr val="E7BC73"/>
                </a:solidFill>
                <a:latin typeface="Arial"/>
                <a:ea typeface="Arial"/>
                <a:cs typeface="Arial"/>
              </a:defRPr>
            </a:lvl7pPr>
            <a:lvl8pPr algn="l">
              <a:defRPr sz="1950" b="1">
                <a:solidFill>
                  <a:srgbClr val="E7BC73"/>
                </a:solidFill>
                <a:latin typeface="Arial"/>
                <a:ea typeface="Arial"/>
                <a:cs typeface="Arial"/>
              </a:defRPr>
            </a:lvl8pPr>
            <a:lvl9pPr algn="l">
              <a:defRPr sz="1950" b="1">
                <a:solidFill>
                  <a:srgbClr val="E7BC73"/>
                </a:solidFill>
                <a:latin typeface="Arial"/>
                <a:ea typeface="Arial"/>
                <a:cs typeface="Arial"/>
              </a:defRPr>
            </a:lvl9pPr>
          </a:lstStyle>
          <a:p>
            <a:pPr algn="l">
              <a:defRPr sz="1950" b="1">
                <a:solidFill>
                  <a:srgbClr val="E7BC73"/>
                </a:solidFill>
                <a:latin typeface="Arial"/>
                <a:ea typeface="Arial"/>
                <a:cs typeface="Arial"/>
              </a:defRPr>
            </a:pPr>
            <a:r>
              <a:rPr sz="1950" b="1" dirty="0">
                <a:solidFill>
                  <a:schemeClr val="tx1"/>
                </a:solidFill>
                <a:latin typeface="Arial"/>
                <a:ea typeface="Arial"/>
                <a:cs typeface="Arial"/>
              </a:rPr>
              <a:t>An accepted outcome within a written decision boundary.</a:t>
            </a:r>
          </a:p>
        </p:txBody>
      </p:sp>
      <p:sp>
        <p:nvSpPr>
          <p:cNvPr id="6" name="visual-139">
            <a:extLst>
              <a:ext uri="{FF2B5EF4-FFF2-40B4-BE49-F238E27FC236}">
                <a16:creationId xmlns:a16="http://schemas.microsoft.com/office/drawing/2014/main" id="{F10160EB-007C-42D7-ACD0-2F7E8D997F3A}"/>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BDD4D4"/>
                </a:solidFill>
                <a:latin typeface="Arial"/>
                <a:ea typeface="Arial"/>
                <a:cs typeface="Arial"/>
              </a:defRPr>
            </a:defPPr>
            <a:lvl1pPr algn="r">
              <a:defRPr sz="1200" b="0">
                <a:solidFill>
                  <a:srgbClr val="BDD4D4"/>
                </a:solidFill>
                <a:latin typeface="Arial"/>
                <a:ea typeface="Arial"/>
                <a:cs typeface="Arial"/>
              </a:defRPr>
            </a:lvl1pPr>
            <a:lvl2pPr algn="r">
              <a:defRPr sz="1200" b="0">
                <a:solidFill>
                  <a:srgbClr val="BDD4D4"/>
                </a:solidFill>
                <a:latin typeface="Arial"/>
                <a:ea typeface="Arial"/>
                <a:cs typeface="Arial"/>
              </a:defRPr>
            </a:lvl2pPr>
            <a:lvl3pPr algn="r">
              <a:defRPr sz="1200" b="0">
                <a:solidFill>
                  <a:srgbClr val="BDD4D4"/>
                </a:solidFill>
                <a:latin typeface="Arial"/>
                <a:ea typeface="Arial"/>
                <a:cs typeface="Arial"/>
              </a:defRPr>
            </a:lvl3pPr>
            <a:lvl4pPr algn="r">
              <a:defRPr sz="1200" b="0">
                <a:solidFill>
                  <a:srgbClr val="BDD4D4"/>
                </a:solidFill>
                <a:latin typeface="Arial"/>
                <a:ea typeface="Arial"/>
                <a:cs typeface="Arial"/>
              </a:defRPr>
            </a:lvl4pPr>
            <a:lvl5pPr algn="r">
              <a:defRPr sz="1200" b="0">
                <a:solidFill>
                  <a:srgbClr val="BDD4D4"/>
                </a:solidFill>
                <a:latin typeface="Arial"/>
                <a:ea typeface="Arial"/>
                <a:cs typeface="Arial"/>
              </a:defRPr>
            </a:lvl5pPr>
            <a:lvl6pPr algn="r">
              <a:defRPr sz="1200" b="0">
                <a:solidFill>
                  <a:srgbClr val="BDD4D4"/>
                </a:solidFill>
                <a:latin typeface="Arial"/>
                <a:ea typeface="Arial"/>
                <a:cs typeface="Arial"/>
              </a:defRPr>
            </a:lvl6pPr>
            <a:lvl7pPr algn="r">
              <a:defRPr sz="1200" b="0">
                <a:solidFill>
                  <a:srgbClr val="BDD4D4"/>
                </a:solidFill>
                <a:latin typeface="Arial"/>
                <a:ea typeface="Arial"/>
                <a:cs typeface="Arial"/>
              </a:defRPr>
            </a:lvl7pPr>
            <a:lvl8pPr algn="r">
              <a:defRPr sz="1200" b="0">
                <a:solidFill>
                  <a:srgbClr val="BDD4D4"/>
                </a:solidFill>
                <a:latin typeface="Arial"/>
                <a:ea typeface="Arial"/>
                <a:cs typeface="Arial"/>
              </a:defRPr>
            </a:lvl8pPr>
            <a:lvl9pPr algn="r">
              <a:defRPr sz="1200" b="0">
                <a:solidFill>
                  <a:srgbClr val="BDD4D4"/>
                </a:solidFill>
                <a:latin typeface="Arial"/>
                <a:ea typeface="Arial"/>
                <a:cs typeface="Arial"/>
              </a:defRPr>
            </a:lvl9pPr>
          </a:lstStyle>
          <a:p>
            <a:pPr algn="r">
              <a:defRPr sz="1200" b="0">
                <a:solidFill>
                  <a:srgbClr val="BDD4D4"/>
                </a:solidFill>
                <a:latin typeface="Arial"/>
                <a:ea typeface="Arial"/>
                <a:cs typeface="Arial"/>
              </a:defRPr>
            </a:pPr>
            <a:r>
              <a:rPr sz="1200" b="0" dirty="0">
                <a:solidFill>
                  <a:srgbClr val="BDD4D4"/>
                </a:solidFill>
                <a:latin typeface="Arial"/>
                <a:ea typeface="Arial"/>
                <a:cs typeface="Arial"/>
              </a:rPr>
              <a:t>  11 / 17</a:t>
            </a:r>
          </a:p>
        </p:txBody>
      </p:sp>
      <p:sp>
        <p:nvSpPr>
          <p:cNvPr id="7" name="visual-140">
            <a:extLst>
              <a:ext uri="{FF2B5EF4-FFF2-40B4-BE49-F238E27FC236}">
                <a16:creationId xmlns:a16="http://schemas.microsoft.com/office/drawing/2014/main" id="{D3AE5E47-1DAB-46DC-8780-A9E8E4338696}"/>
              </a:ext>
            </a:extLst>
          </p:cNvPr>
          <p:cNvSpPr>
            <a:spLocks noGrp="1"/>
          </p:cNvSpPr>
          <p:nvPr/>
        </p:nvSpPr>
        <p:spPr>
          <a:xfrm>
            <a:off x="571500" y="1971675"/>
            <a:ext cx="2762250" cy="1190625"/>
          </a:xfrm>
          <a:prstGeom prst="rect">
            <a:avLst/>
          </a:prstGeom>
          <a:noFill/>
          <a:ln w="0">
            <a:noFill/>
            <a:prstDash val="solid"/>
          </a:ln>
        </p:spPr>
        <p:txBody>
          <a:bodyPr lIns="0" tIns="0" rIns="0" bIns="0" anchor="ctr"/>
          <a:lstStyle>
            <a:defPPr algn="l">
              <a:defRPr sz="7725" b="1">
                <a:solidFill>
                  <a:srgbClr val="D5A957"/>
                </a:solidFill>
                <a:latin typeface="Arial"/>
                <a:ea typeface="Arial"/>
                <a:cs typeface="Arial"/>
              </a:defRPr>
            </a:defPPr>
            <a:lvl1pPr algn="l">
              <a:defRPr sz="7725" b="1">
                <a:solidFill>
                  <a:srgbClr val="D5A957"/>
                </a:solidFill>
                <a:latin typeface="Arial"/>
                <a:ea typeface="Arial"/>
                <a:cs typeface="Arial"/>
              </a:defRPr>
            </a:lvl1pPr>
            <a:lvl2pPr algn="l">
              <a:defRPr sz="7725" b="1">
                <a:solidFill>
                  <a:srgbClr val="D5A957"/>
                </a:solidFill>
                <a:latin typeface="Arial"/>
                <a:ea typeface="Arial"/>
                <a:cs typeface="Arial"/>
              </a:defRPr>
            </a:lvl2pPr>
            <a:lvl3pPr algn="l">
              <a:defRPr sz="7725" b="1">
                <a:solidFill>
                  <a:srgbClr val="D5A957"/>
                </a:solidFill>
                <a:latin typeface="Arial"/>
                <a:ea typeface="Arial"/>
                <a:cs typeface="Arial"/>
              </a:defRPr>
            </a:lvl3pPr>
            <a:lvl4pPr algn="l">
              <a:defRPr sz="7725" b="1">
                <a:solidFill>
                  <a:srgbClr val="D5A957"/>
                </a:solidFill>
                <a:latin typeface="Arial"/>
                <a:ea typeface="Arial"/>
                <a:cs typeface="Arial"/>
              </a:defRPr>
            </a:lvl4pPr>
            <a:lvl5pPr algn="l">
              <a:defRPr sz="7725" b="1">
                <a:solidFill>
                  <a:srgbClr val="D5A957"/>
                </a:solidFill>
                <a:latin typeface="Arial"/>
                <a:ea typeface="Arial"/>
                <a:cs typeface="Arial"/>
              </a:defRPr>
            </a:lvl5pPr>
            <a:lvl6pPr algn="l">
              <a:defRPr sz="7725" b="1">
                <a:solidFill>
                  <a:srgbClr val="D5A957"/>
                </a:solidFill>
                <a:latin typeface="Arial"/>
                <a:ea typeface="Arial"/>
                <a:cs typeface="Arial"/>
              </a:defRPr>
            </a:lvl6pPr>
            <a:lvl7pPr algn="l">
              <a:defRPr sz="7725" b="1">
                <a:solidFill>
                  <a:srgbClr val="D5A957"/>
                </a:solidFill>
                <a:latin typeface="Arial"/>
                <a:ea typeface="Arial"/>
                <a:cs typeface="Arial"/>
              </a:defRPr>
            </a:lvl7pPr>
            <a:lvl8pPr algn="l">
              <a:defRPr sz="7725" b="1">
                <a:solidFill>
                  <a:srgbClr val="D5A957"/>
                </a:solidFill>
                <a:latin typeface="Arial"/>
                <a:ea typeface="Arial"/>
                <a:cs typeface="Arial"/>
              </a:defRPr>
            </a:lvl8pPr>
            <a:lvl9pPr algn="l">
              <a:defRPr sz="7725" b="1">
                <a:solidFill>
                  <a:srgbClr val="D5A957"/>
                </a:solidFill>
                <a:latin typeface="Arial"/>
                <a:ea typeface="Arial"/>
                <a:cs typeface="Arial"/>
              </a:defRPr>
            </a:lvl9pPr>
          </a:lstStyle>
          <a:p>
            <a:pPr algn="l">
              <a:defRPr sz="7725" b="1">
                <a:solidFill>
                  <a:srgbClr val="D5A957"/>
                </a:solidFill>
                <a:latin typeface="Arial"/>
                <a:ea typeface="Arial"/>
                <a:cs typeface="Arial"/>
              </a:defRPr>
            </a:pPr>
            <a:r>
              <a:rPr sz="7725" b="1" dirty="0">
                <a:solidFill>
                  <a:schemeClr val="bg2">
                    <a:lumMod val="25000"/>
                  </a:schemeClr>
                </a:solidFill>
                <a:latin typeface="Arial"/>
                <a:ea typeface="Arial"/>
                <a:cs typeface="Arial"/>
              </a:rPr>
              <a:t>5</a:t>
            </a:r>
          </a:p>
        </p:txBody>
      </p:sp>
      <p:sp>
        <p:nvSpPr>
          <p:cNvPr id="8" name="visual-141">
            <a:extLst>
              <a:ext uri="{FF2B5EF4-FFF2-40B4-BE49-F238E27FC236}">
                <a16:creationId xmlns:a16="http://schemas.microsoft.com/office/drawing/2014/main" id="{489F9CF5-89AA-499B-8031-A254D6C7B7AB}"/>
              </a:ext>
            </a:extLst>
          </p:cNvPr>
          <p:cNvSpPr>
            <a:spLocks noGrp="1"/>
          </p:cNvSpPr>
          <p:nvPr/>
        </p:nvSpPr>
        <p:spPr>
          <a:xfrm>
            <a:off x="619125" y="3190875"/>
            <a:ext cx="2762250" cy="428625"/>
          </a:xfrm>
          <a:prstGeom prst="rect">
            <a:avLst/>
          </a:prstGeom>
          <a:noFill/>
          <a:ln w="0">
            <a:noFill/>
            <a:prstDash val="solid"/>
          </a:ln>
        </p:spPr>
        <p:txBody>
          <a:bodyPr lIns="0" tIns="0" rIns="0" bIns="0" anchor="ctr"/>
          <a:lstStyle>
            <a:defPPr algn="l">
              <a:defRPr sz="2175" b="1">
                <a:solidFill>
                  <a:srgbClr val="F7F4ED"/>
                </a:solidFill>
                <a:latin typeface="Arial"/>
                <a:ea typeface="Arial"/>
                <a:cs typeface="Arial"/>
              </a:defRPr>
            </a:defPPr>
            <a:lvl1pPr algn="l">
              <a:defRPr sz="2175" b="1">
                <a:solidFill>
                  <a:srgbClr val="F7F4ED"/>
                </a:solidFill>
                <a:latin typeface="Arial"/>
                <a:ea typeface="Arial"/>
                <a:cs typeface="Arial"/>
              </a:defRPr>
            </a:lvl1pPr>
            <a:lvl2pPr algn="l">
              <a:defRPr sz="2175" b="1">
                <a:solidFill>
                  <a:srgbClr val="F7F4ED"/>
                </a:solidFill>
                <a:latin typeface="Arial"/>
                <a:ea typeface="Arial"/>
                <a:cs typeface="Arial"/>
              </a:defRPr>
            </a:lvl2pPr>
            <a:lvl3pPr algn="l">
              <a:defRPr sz="2175" b="1">
                <a:solidFill>
                  <a:srgbClr val="F7F4ED"/>
                </a:solidFill>
                <a:latin typeface="Arial"/>
                <a:ea typeface="Arial"/>
                <a:cs typeface="Arial"/>
              </a:defRPr>
            </a:lvl3pPr>
            <a:lvl4pPr algn="l">
              <a:defRPr sz="2175" b="1">
                <a:solidFill>
                  <a:srgbClr val="F7F4ED"/>
                </a:solidFill>
                <a:latin typeface="Arial"/>
                <a:ea typeface="Arial"/>
                <a:cs typeface="Arial"/>
              </a:defRPr>
            </a:lvl4pPr>
            <a:lvl5pPr algn="l">
              <a:defRPr sz="2175" b="1">
                <a:solidFill>
                  <a:srgbClr val="F7F4ED"/>
                </a:solidFill>
                <a:latin typeface="Arial"/>
                <a:ea typeface="Arial"/>
                <a:cs typeface="Arial"/>
              </a:defRPr>
            </a:lvl5pPr>
            <a:lvl6pPr algn="l">
              <a:defRPr sz="2175" b="1">
                <a:solidFill>
                  <a:srgbClr val="F7F4ED"/>
                </a:solidFill>
                <a:latin typeface="Arial"/>
                <a:ea typeface="Arial"/>
                <a:cs typeface="Arial"/>
              </a:defRPr>
            </a:lvl6pPr>
            <a:lvl7pPr algn="l">
              <a:defRPr sz="2175" b="1">
                <a:solidFill>
                  <a:srgbClr val="F7F4ED"/>
                </a:solidFill>
                <a:latin typeface="Arial"/>
                <a:ea typeface="Arial"/>
                <a:cs typeface="Arial"/>
              </a:defRPr>
            </a:lvl7pPr>
            <a:lvl8pPr algn="l">
              <a:defRPr sz="2175" b="1">
                <a:solidFill>
                  <a:srgbClr val="F7F4ED"/>
                </a:solidFill>
                <a:latin typeface="Arial"/>
                <a:ea typeface="Arial"/>
                <a:cs typeface="Arial"/>
              </a:defRPr>
            </a:lvl8pPr>
            <a:lvl9pPr algn="l">
              <a:defRPr sz="2175" b="1">
                <a:solidFill>
                  <a:srgbClr val="F7F4ED"/>
                </a:solidFill>
                <a:latin typeface="Arial"/>
                <a:ea typeface="Arial"/>
                <a:cs typeface="Arial"/>
              </a:defRPr>
            </a:lvl9pPr>
          </a:lstStyle>
          <a:p>
            <a:pPr algn="l">
              <a:defRPr sz="2175" b="1">
                <a:solidFill>
                  <a:srgbClr val="F7F4ED"/>
                </a:solidFill>
                <a:latin typeface="Arial"/>
                <a:ea typeface="Arial"/>
                <a:cs typeface="Arial"/>
              </a:defRPr>
            </a:pPr>
            <a:r>
              <a:rPr sz="2175" b="1" dirty="0">
                <a:solidFill>
                  <a:schemeClr val="bg2">
                    <a:lumMod val="25000"/>
                  </a:schemeClr>
                </a:solidFill>
                <a:latin typeface="Arial"/>
                <a:ea typeface="Arial"/>
                <a:cs typeface="Arial"/>
              </a:rPr>
              <a:t>planned hires</a:t>
            </a:r>
          </a:p>
        </p:txBody>
      </p:sp>
      <p:sp>
        <p:nvSpPr>
          <p:cNvPr id="9" name="visual-142">
            <a:extLst>
              <a:ext uri="{FF2B5EF4-FFF2-40B4-BE49-F238E27FC236}">
                <a16:creationId xmlns:a16="http://schemas.microsoft.com/office/drawing/2014/main" id="{76ADDF6D-0F1E-4678-A857-D4FC8411A4DB}"/>
              </a:ext>
            </a:extLst>
          </p:cNvPr>
          <p:cNvSpPr>
            <a:spLocks noGrp="1"/>
          </p:cNvSpPr>
          <p:nvPr/>
        </p:nvSpPr>
        <p:spPr>
          <a:xfrm>
            <a:off x="619125" y="3810000"/>
            <a:ext cx="2714625" cy="1200150"/>
          </a:xfrm>
          <a:prstGeom prst="rect">
            <a:avLst/>
          </a:prstGeom>
          <a:noFill/>
          <a:ln w="0">
            <a:noFill/>
            <a:prstDash val="solid"/>
          </a:ln>
        </p:spPr>
        <p:txBody>
          <a:bodyPr lIns="0" tIns="0" rIns="0" bIns="0" anchor="ctr"/>
          <a:lstStyle>
            <a:defPPr algn="l">
              <a:defRPr sz="2100" b="0">
                <a:solidFill>
                  <a:srgbClr val="BDD4D4"/>
                </a:solidFill>
                <a:latin typeface="Arial"/>
                <a:ea typeface="Arial"/>
                <a:cs typeface="Arial"/>
              </a:defRPr>
            </a:defPPr>
            <a:lvl1pPr algn="l">
              <a:defRPr sz="2100" b="0">
                <a:solidFill>
                  <a:srgbClr val="BDD4D4"/>
                </a:solidFill>
                <a:latin typeface="Arial"/>
                <a:ea typeface="Arial"/>
                <a:cs typeface="Arial"/>
              </a:defRPr>
            </a:lvl1pPr>
            <a:lvl2pPr algn="l">
              <a:defRPr sz="2100" b="0">
                <a:solidFill>
                  <a:srgbClr val="BDD4D4"/>
                </a:solidFill>
                <a:latin typeface="Arial"/>
                <a:ea typeface="Arial"/>
                <a:cs typeface="Arial"/>
              </a:defRPr>
            </a:lvl2pPr>
            <a:lvl3pPr algn="l">
              <a:defRPr sz="2100" b="0">
                <a:solidFill>
                  <a:srgbClr val="BDD4D4"/>
                </a:solidFill>
                <a:latin typeface="Arial"/>
                <a:ea typeface="Arial"/>
                <a:cs typeface="Arial"/>
              </a:defRPr>
            </a:lvl3pPr>
            <a:lvl4pPr algn="l">
              <a:defRPr sz="2100" b="0">
                <a:solidFill>
                  <a:srgbClr val="BDD4D4"/>
                </a:solidFill>
                <a:latin typeface="Arial"/>
                <a:ea typeface="Arial"/>
                <a:cs typeface="Arial"/>
              </a:defRPr>
            </a:lvl4pPr>
            <a:lvl5pPr algn="l">
              <a:defRPr sz="2100" b="0">
                <a:solidFill>
                  <a:srgbClr val="BDD4D4"/>
                </a:solidFill>
                <a:latin typeface="Arial"/>
                <a:ea typeface="Arial"/>
                <a:cs typeface="Arial"/>
              </a:defRPr>
            </a:lvl5pPr>
            <a:lvl6pPr algn="l">
              <a:defRPr sz="2100" b="0">
                <a:solidFill>
                  <a:srgbClr val="BDD4D4"/>
                </a:solidFill>
                <a:latin typeface="Arial"/>
                <a:ea typeface="Arial"/>
                <a:cs typeface="Arial"/>
              </a:defRPr>
            </a:lvl6pPr>
            <a:lvl7pPr algn="l">
              <a:defRPr sz="2100" b="0">
                <a:solidFill>
                  <a:srgbClr val="BDD4D4"/>
                </a:solidFill>
                <a:latin typeface="Arial"/>
                <a:ea typeface="Arial"/>
                <a:cs typeface="Arial"/>
              </a:defRPr>
            </a:lvl7pPr>
            <a:lvl8pPr algn="l">
              <a:defRPr sz="2100" b="0">
                <a:solidFill>
                  <a:srgbClr val="BDD4D4"/>
                </a:solidFill>
                <a:latin typeface="Arial"/>
                <a:ea typeface="Arial"/>
                <a:cs typeface="Arial"/>
              </a:defRPr>
            </a:lvl8pPr>
            <a:lvl9pPr algn="l">
              <a:defRPr sz="2100" b="0">
                <a:solidFill>
                  <a:srgbClr val="BDD4D4"/>
                </a:solidFill>
                <a:latin typeface="Arial"/>
                <a:ea typeface="Arial"/>
                <a:cs typeface="Arial"/>
              </a:defRPr>
            </a:lvl9pPr>
          </a:lstStyle>
          <a:p>
            <a:pPr algn="l">
              <a:defRPr sz="2100" b="0">
                <a:solidFill>
                  <a:srgbClr val="BDD4D4"/>
                </a:solidFill>
                <a:latin typeface="Arial"/>
                <a:ea typeface="Arial"/>
                <a:cs typeface="Arial"/>
              </a:defRPr>
            </a:pPr>
            <a:r>
              <a:rPr sz="2100" b="0" dirty="0">
                <a:solidFill>
                  <a:schemeClr val="tx1"/>
                </a:solidFill>
                <a:latin typeface="Arial"/>
                <a:ea typeface="Arial"/>
                <a:cs typeface="Arial"/>
              </a:rPr>
              <a:t>Need 7</a:t>
            </a:r>
          </a:p>
          <a:p>
            <a:pPr algn="l">
              <a:defRPr sz="2100" b="0">
                <a:solidFill>
                  <a:srgbClr val="BDD4D4"/>
                </a:solidFill>
                <a:latin typeface="Arial"/>
                <a:ea typeface="Arial"/>
                <a:cs typeface="Arial"/>
              </a:defRPr>
            </a:pPr>
            <a:r>
              <a:rPr sz="2100" b="0" dirty="0">
                <a:solidFill>
                  <a:schemeClr val="tx1"/>
                </a:solidFill>
                <a:latin typeface="Arial"/>
                <a:ea typeface="Arial"/>
                <a:cs typeface="Arial"/>
              </a:rPr>
              <a:t>Internal 2</a:t>
            </a:r>
          </a:p>
          <a:p>
            <a:pPr algn="l">
              <a:defRPr sz="2100" b="0">
                <a:solidFill>
                  <a:srgbClr val="BDD4D4"/>
                </a:solidFill>
                <a:latin typeface="Arial"/>
                <a:ea typeface="Arial"/>
                <a:cs typeface="Arial"/>
              </a:defRPr>
            </a:pPr>
            <a:r>
              <a:rPr sz="2100" b="0" dirty="0">
                <a:solidFill>
                  <a:schemeClr val="tx1"/>
                </a:solidFill>
                <a:latin typeface="Arial"/>
                <a:ea typeface="Arial"/>
                <a:cs typeface="Arial"/>
              </a:rPr>
              <a:t>Vendor 0</a:t>
            </a:r>
          </a:p>
        </p:txBody>
      </p:sp>
      <p:sp>
        <p:nvSpPr>
          <p:cNvPr id="10" name="visual-143">
            <a:extLst>
              <a:ext uri="{FF2B5EF4-FFF2-40B4-BE49-F238E27FC236}">
                <a16:creationId xmlns:a16="http://schemas.microsoft.com/office/drawing/2014/main" id="{FC4769E0-D654-4D30-96E7-B45984E9E774}"/>
              </a:ext>
            </a:extLst>
          </p:cNvPr>
          <p:cNvSpPr>
            <a:spLocks noGrp="1"/>
          </p:cNvSpPr>
          <p:nvPr/>
        </p:nvSpPr>
        <p:spPr>
          <a:xfrm>
            <a:off x="4305300" y="2105025"/>
            <a:ext cx="552450" cy="552450"/>
          </a:xfrm>
          <a:prstGeom prst="ellipse">
            <a:avLst/>
          </a:prstGeom>
          <a:solidFill>
            <a:schemeClr val="bg2">
              <a:lumMod val="75000"/>
            </a:schemeClr>
          </a:solidFill>
          <a:ln w="0">
            <a:noFill/>
            <a:prstDash val="solid"/>
          </a:ln>
        </p:spPr>
        <p:txBody>
          <a:bodyPr/>
          <a:lstStyle/>
          <a:p>
            <a:endParaRPr lang="en-IN" dirty="0"/>
          </a:p>
        </p:txBody>
      </p:sp>
      <p:sp>
        <p:nvSpPr>
          <p:cNvPr id="11" name="visual-144">
            <a:extLst>
              <a:ext uri="{FF2B5EF4-FFF2-40B4-BE49-F238E27FC236}">
                <a16:creationId xmlns:a16="http://schemas.microsoft.com/office/drawing/2014/main" id="{F1A10567-8A6E-42DE-90D8-1532B1AD7A77}"/>
              </a:ext>
            </a:extLst>
          </p:cNvPr>
          <p:cNvSpPr>
            <a:spLocks noGrp="1"/>
          </p:cNvSpPr>
          <p:nvPr/>
        </p:nvSpPr>
        <p:spPr>
          <a:xfrm>
            <a:off x="4305300" y="2105025"/>
            <a:ext cx="552450" cy="552450"/>
          </a:xfrm>
          <a:prstGeom prst="rect">
            <a:avLst/>
          </a:prstGeom>
          <a:noFill/>
          <a:ln w="0">
            <a:noFill/>
            <a:prstDash val="solid"/>
          </a:ln>
        </p:spPr>
        <p:txBody>
          <a:bodyPr lIns="0" tIns="0" rIns="0" bIns="0" anchor="ctr"/>
          <a:lstStyle>
            <a:defPPr algn="ctr">
              <a:defRPr sz="2175" b="1">
                <a:solidFill>
                  <a:srgbClr val="132F3B"/>
                </a:solidFill>
                <a:latin typeface="Arial"/>
                <a:ea typeface="Arial"/>
                <a:cs typeface="Arial"/>
              </a:defRPr>
            </a:defPPr>
            <a:lvl1pPr algn="ctr">
              <a:defRPr sz="2175" b="1">
                <a:solidFill>
                  <a:srgbClr val="132F3B"/>
                </a:solidFill>
                <a:latin typeface="Arial"/>
                <a:ea typeface="Arial"/>
                <a:cs typeface="Arial"/>
              </a:defRPr>
            </a:lvl1pPr>
            <a:lvl2pPr algn="ctr">
              <a:defRPr sz="2175" b="1">
                <a:solidFill>
                  <a:srgbClr val="132F3B"/>
                </a:solidFill>
                <a:latin typeface="Arial"/>
                <a:ea typeface="Arial"/>
                <a:cs typeface="Arial"/>
              </a:defRPr>
            </a:lvl2pPr>
            <a:lvl3pPr algn="ctr">
              <a:defRPr sz="2175" b="1">
                <a:solidFill>
                  <a:srgbClr val="132F3B"/>
                </a:solidFill>
                <a:latin typeface="Arial"/>
                <a:ea typeface="Arial"/>
                <a:cs typeface="Arial"/>
              </a:defRPr>
            </a:lvl3pPr>
            <a:lvl4pPr algn="ctr">
              <a:defRPr sz="2175" b="1">
                <a:solidFill>
                  <a:srgbClr val="132F3B"/>
                </a:solidFill>
                <a:latin typeface="Arial"/>
                <a:ea typeface="Arial"/>
                <a:cs typeface="Arial"/>
              </a:defRPr>
            </a:lvl4pPr>
            <a:lvl5pPr algn="ctr">
              <a:defRPr sz="2175" b="1">
                <a:solidFill>
                  <a:srgbClr val="132F3B"/>
                </a:solidFill>
                <a:latin typeface="Arial"/>
                <a:ea typeface="Arial"/>
                <a:cs typeface="Arial"/>
              </a:defRPr>
            </a:lvl5pPr>
            <a:lvl6pPr algn="ctr">
              <a:defRPr sz="2175" b="1">
                <a:solidFill>
                  <a:srgbClr val="132F3B"/>
                </a:solidFill>
                <a:latin typeface="Arial"/>
                <a:ea typeface="Arial"/>
                <a:cs typeface="Arial"/>
              </a:defRPr>
            </a:lvl6pPr>
            <a:lvl7pPr algn="ctr">
              <a:defRPr sz="2175" b="1">
                <a:solidFill>
                  <a:srgbClr val="132F3B"/>
                </a:solidFill>
                <a:latin typeface="Arial"/>
                <a:ea typeface="Arial"/>
                <a:cs typeface="Arial"/>
              </a:defRPr>
            </a:lvl7pPr>
            <a:lvl8pPr algn="ctr">
              <a:defRPr sz="2175" b="1">
                <a:solidFill>
                  <a:srgbClr val="132F3B"/>
                </a:solidFill>
                <a:latin typeface="Arial"/>
                <a:ea typeface="Arial"/>
                <a:cs typeface="Arial"/>
              </a:defRPr>
            </a:lvl8pPr>
            <a:lvl9pPr algn="ctr">
              <a:defRPr sz="2175" b="1">
                <a:solidFill>
                  <a:srgbClr val="132F3B"/>
                </a:solidFill>
                <a:latin typeface="Arial"/>
                <a:ea typeface="Arial"/>
                <a:cs typeface="Arial"/>
              </a:defRPr>
            </a:lvl9pPr>
          </a:lstStyle>
          <a:p>
            <a:pPr algn="ctr">
              <a:defRPr sz="2175" b="1">
                <a:solidFill>
                  <a:srgbClr val="132F3B"/>
                </a:solidFill>
                <a:latin typeface="Arial"/>
                <a:ea typeface="Arial"/>
                <a:cs typeface="Arial"/>
              </a:defRPr>
            </a:pPr>
            <a:r>
              <a:rPr sz="2175" b="1" dirty="0">
                <a:latin typeface="Arial"/>
                <a:ea typeface="Arial"/>
                <a:cs typeface="Arial"/>
              </a:rPr>
              <a:t>1</a:t>
            </a:r>
          </a:p>
        </p:txBody>
      </p:sp>
      <p:sp>
        <p:nvSpPr>
          <p:cNvPr id="12" name="visual-145">
            <a:extLst>
              <a:ext uri="{FF2B5EF4-FFF2-40B4-BE49-F238E27FC236}">
                <a16:creationId xmlns:a16="http://schemas.microsoft.com/office/drawing/2014/main" id="{A59468A4-0A19-459C-AE67-198883D29385}"/>
              </a:ext>
            </a:extLst>
          </p:cNvPr>
          <p:cNvSpPr>
            <a:spLocks noGrp="1"/>
          </p:cNvSpPr>
          <p:nvPr/>
        </p:nvSpPr>
        <p:spPr>
          <a:xfrm>
            <a:off x="4886325" y="2362200"/>
            <a:ext cx="2057400" cy="28575"/>
          </a:xfrm>
          <a:prstGeom prst="rect">
            <a:avLst/>
          </a:prstGeom>
          <a:solidFill>
            <a:srgbClr val="45616A"/>
          </a:solidFill>
          <a:ln w="0">
            <a:noFill/>
            <a:prstDash val="solid"/>
          </a:ln>
        </p:spPr>
      </p:sp>
      <p:sp>
        <p:nvSpPr>
          <p:cNvPr id="13" name="visual-146">
            <a:extLst>
              <a:ext uri="{FF2B5EF4-FFF2-40B4-BE49-F238E27FC236}">
                <a16:creationId xmlns:a16="http://schemas.microsoft.com/office/drawing/2014/main" id="{269B2869-959B-425D-BF14-6974012A42CA}"/>
              </a:ext>
            </a:extLst>
          </p:cNvPr>
          <p:cNvSpPr>
            <a:spLocks noGrp="1"/>
          </p:cNvSpPr>
          <p:nvPr/>
        </p:nvSpPr>
        <p:spPr>
          <a:xfrm>
            <a:off x="3714750" y="2781300"/>
            <a:ext cx="2381250" cy="638175"/>
          </a:xfrm>
          <a:prstGeom prst="rect">
            <a:avLst/>
          </a:prstGeom>
          <a:noFill/>
          <a:ln w="0">
            <a:noFill/>
            <a:prstDash val="solid"/>
          </a:ln>
        </p:spPr>
        <p:txBody>
          <a:bodyPr lIns="0" tIns="0" rIns="0" bIns="0" anchor="ctr"/>
          <a:lstStyle>
            <a:defPPr algn="ctr">
              <a:defRPr sz="2175" b="1">
                <a:solidFill>
                  <a:srgbClr val="F7F4ED"/>
                </a:solidFill>
                <a:latin typeface="Arial"/>
                <a:ea typeface="Arial"/>
                <a:cs typeface="Arial"/>
              </a:defRPr>
            </a:defPPr>
            <a:lvl1pPr algn="ctr">
              <a:defRPr sz="2175" b="1">
                <a:solidFill>
                  <a:srgbClr val="F7F4ED"/>
                </a:solidFill>
                <a:latin typeface="Arial"/>
                <a:ea typeface="Arial"/>
                <a:cs typeface="Arial"/>
              </a:defRPr>
            </a:lvl1pPr>
            <a:lvl2pPr algn="ctr">
              <a:defRPr sz="2175" b="1">
                <a:solidFill>
                  <a:srgbClr val="F7F4ED"/>
                </a:solidFill>
                <a:latin typeface="Arial"/>
                <a:ea typeface="Arial"/>
                <a:cs typeface="Arial"/>
              </a:defRPr>
            </a:lvl2pPr>
            <a:lvl3pPr algn="ctr">
              <a:defRPr sz="2175" b="1">
                <a:solidFill>
                  <a:srgbClr val="F7F4ED"/>
                </a:solidFill>
                <a:latin typeface="Arial"/>
                <a:ea typeface="Arial"/>
                <a:cs typeface="Arial"/>
              </a:defRPr>
            </a:lvl3pPr>
            <a:lvl4pPr algn="ctr">
              <a:defRPr sz="2175" b="1">
                <a:solidFill>
                  <a:srgbClr val="F7F4ED"/>
                </a:solidFill>
                <a:latin typeface="Arial"/>
                <a:ea typeface="Arial"/>
                <a:cs typeface="Arial"/>
              </a:defRPr>
            </a:lvl4pPr>
            <a:lvl5pPr algn="ctr">
              <a:defRPr sz="2175" b="1">
                <a:solidFill>
                  <a:srgbClr val="F7F4ED"/>
                </a:solidFill>
                <a:latin typeface="Arial"/>
                <a:ea typeface="Arial"/>
                <a:cs typeface="Arial"/>
              </a:defRPr>
            </a:lvl5pPr>
            <a:lvl6pPr algn="ctr">
              <a:defRPr sz="2175" b="1">
                <a:solidFill>
                  <a:srgbClr val="F7F4ED"/>
                </a:solidFill>
                <a:latin typeface="Arial"/>
                <a:ea typeface="Arial"/>
                <a:cs typeface="Arial"/>
              </a:defRPr>
            </a:lvl6pPr>
            <a:lvl7pPr algn="ctr">
              <a:defRPr sz="2175" b="1">
                <a:solidFill>
                  <a:srgbClr val="F7F4ED"/>
                </a:solidFill>
                <a:latin typeface="Arial"/>
                <a:ea typeface="Arial"/>
                <a:cs typeface="Arial"/>
              </a:defRPr>
            </a:lvl7pPr>
            <a:lvl8pPr algn="ctr">
              <a:defRPr sz="2175" b="1">
                <a:solidFill>
                  <a:srgbClr val="F7F4ED"/>
                </a:solidFill>
                <a:latin typeface="Arial"/>
                <a:ea typeface="Arial"/>
                <a:cs typeface="Arial"/>
              </a:defRPr>
            </a:lvl8pPr>
            <a:lvl9pPr algn="ctr">
              <a:defRPr sz="2175" b="1">
                <a:solidFill>
                  <a:srgbClr val="F7F4ED"/>
                </a:solidFill>
                <a:latin typeface="Arial"/>
                <a:ea typeface="Arial"/>
                <a:cs typeface="Arial"/>
              </a:defRPr>
            </a:lvl9pPr>
          </a:lstStyle>
          <a:p>
            <a:pPr algn="ctr">
              <a:defRPr sz="2175" b="1">
                <a:solidFill>
                  <a:srgbClr val="F7F4ED"/>
                </a:solidFill>
                <a:latin typeface="Arial"/>
                <a:ea typeface="Arial"/>
                <a:cs typeface="Arial"/>
              </a:defRPr>
            </a:pPr>
            <a:r>
              <a:rPr sz="2175" b="1" dirty="0">
                <a:solidFill>
                  <a:schemeClr val="bg2">
                    <a:lumMod val="25000"/>
                  </a:schemeClr>
                </a:solidFill>
                <a:latin typeface="Arial"/>
                <a:ea typeface="Arial"/>
                <a:cs typeface="Arial"/>
              </a:rPr>
              <a:t>Customer need</a:t>
            </a:r>
          </a:p>
        </p:txBody>
      </p:sp>
      <p:sp>
        <p:nvSpPr>
          <p:cNvPr id="14" name="visual-147">
            <a:extLst>
              <a:ext uri="{FF2B5EF4-FFF2-40B4-BE49-F238E27FC236}">
                <a16:creationId xmlns:a16="http://schemas.microsoft.com/office/drawing/2014/main" id="{92108780-F12A-4CF5-821E-FFBDB0B737F7}"/>
              </a:ext>
            </a:extLst>
          </p:cNvPr>
          <p:cNvSpPr>
            <a:spLocks noGrp="1"/>
          </p:cNvSpPr>
          <p:nvPr/>
        </p:nvSpPr>
        <p:spPr>
          <a:xfrm>
            <a:off x="6972300" y="2105025"/>
            <a:ext cx="552450" cy="552450"/>
          </a:xfrm>
          <a:prstGeom prst="ellipse">
            <a:avLst/>
          </a:prstGeom>
          <a:solidFill>
            <a:schemeClr val="bg2">
              <a:lumMod val="75000"/>
            </a:schemeClr>
          </a:solidFill>
          <a:ln w="0">
            <a:noFill/>
            <a:prstDash val="solid"/>
          </a:ln>
        </p:spPr>
      </p:sp>
      <p:sp>
        <p:nvSpPr>
          <p:cNvPr id="15" name="visual-148">
            <a:extLst>
              <a:ext uri="{FF2B5EF4-FFF2-40B4-BE49-F238E27FC236}">
                <a16:creationId xmlns:a16="http://schemas.microsoft.com/office/drawing/2014/main" id="{1FC7292D-29D9-48A7-8188-8949F8609518}"/>
              </a:ext>
            </a:extLst>
          </p:cNvPr>
          <p:cNvSpPr>
            <a:spLocks noGrp="1"/>
          </p:cNvSpPr>
          <p:nvPr/>
        </p:nvSpPr>
        <p:spPr>
          <a:xfrm>
            <a:off x="6972300" y="2105025"/>
            <a:ext cx="552450" cy="552450"/>
          </a:xfrm>
          <a:prstGeom prst="rect">
            <a:avLst/>
          </a:prstGeom>
          <a:noFill/>
          <a:ln w="0">
            <a:noFill/>
            <a:prstDash val="solid"/>
          </a:ln>
        </p:spPr>
        <p:txBody>
          <a:bodyPr lIns="0" tIns="0" rIns="0" bIns="0" anchor="ctr"/>
          <a:lstStyle>
            <a:defPPr algn="ctr">
              <a:defRPr sz="2175" b="1">
                <a:solidFill>
                  <a:srgbClr val="132F3B"/>
                </a:solidFill>
                <a:latin typeface="Arial"/>
                <a:ea typeface="Arial"/>
                <a:cs typeface="Arial"/>
              </a:defRPr>
            </a:defPPr>
            <a:lvl1pPr algn="ctr">
              <a:defRPr sz="2175" b="1">
                <a:solidFill>
                  <a:srgbClr val="132F3B"/>
                </a:solidFill>
                <a:latin typeface="Arial"/>
                <a:ea typeface="Arial"/>
                <a:cs typeface="Arial"/>
              </a:defRPr>
            </a:lvl1pPr>
            <a:lvl2pPr algn="ctr">
              <a:defRPr sz="2175" b="1">
                <a:solidFill>
                  <a:srgbClr val="132F3B"/>
                </a:solidFill>
                <a:latin typeface="Arial"/>
                <a:ea typeface="Arial"/>
                <a:cs typeface="Arial"/>
              </a:defRPr>
            </a:lvl2pPr>
            <a:lvl3pPr algn="ctr">
              <a:defRPr sz="2175" b="1">
                <a:solidFill>
                  <a:srgbClr val="132F3B"/>
                </a:solidFill>
                <a:latin typeface="Arial"/>
                <a:ea typeface="Arial"/>
                <a:cs typeface="Arial"/>
              </a:defRPr>
            </a:lvl3pPr>
            <a:lvl4pPr algn="ctr">
              <a:defRPr sz="2175" b="1">
                <a:solidFill>
                  <a:srgbClr val="132F3B"/>
                </a:solidFill>
                <a:latin typeface="Arial"/>
                <a:ea typeface="Arial"/>
                <a:cs typeface="Arial"/>
              </a:defRPr>
            </a:lvl4pPr>
            <a:lvl5pPr algn="ctr">
              <a:defRPr sz="2175" b="1">
                <a:solidFill>
                  <a:srgbClr val="132F3B"/>
                </a:solidFill>
                <a:latin typeface="Arial"/>
                <a:ea typeface="Arial"/>
                <a:cs typeface="Arial"/>
              </a:defRPr>
            </a:lvl5pPr>
            <a:lvl6pPr algn="ctr">
              <a:defRPr sz="2175" b="1">
                <a:solidFill>
                  <a:srgbClr val="132F3B"/>
                </a:solidFill>
                <a:latin typeface="Arial"/>
                <a:ea typeface="Arial"/>
                <a:cs typeface="Arial"/>
              </a:defRPr>
            </a:lvl6pPr>
            <a:lvl7pPr algn="ctr">
              <a:defRPr sz="2175" b="1">
                <a:solidFill>
                  <a:srgbClr val="132F3B"/>
                </a:solidFill>
                <a:latin typeface="Arial"/>
                <a:ea typeface="Arial"/>
                <a:cs typeface="Arial"/>
              </a:defRPr>
            </a:lvl7pPr>
            <a:lvl8pPr algn="ctr">
              <a:defRPr sz="2175" b="1">
                <a:solidFill>
                  <a:srgbClr val="132F3B"/>
                </a:solidFill>
                <a:latin typeface="Arial"/>
                <a:ea typeface="Arial"/>
                <a:cs typeface="Arial"/>
              </a:defRPr>
            </a:lvl8pPr>
            <a:lvl9pPr algn="ctr">
              <a:defRPr sz="2175" b="1">
                <a:solidFill>
                  <a:srgbClr val="132F3B"/>
                </a:solidFill>
                <a:latin typeface="Arial"/>
                <a:ea typeface="Arial"/>
                <a:cs typeface="Arial"/>
              </a:defRPr>
            </a:lvl9pPr>
          </a:lstStyle>
          <a:p>
            <a:pPr algn="ctr">
              <a:defRPr sz="2175" b="1">
                <a:solidFill>
                  <a:srgbClr val="132F3B"/>
                </a:solidFill>
                <a:latin typeface="Arial"/>
                <a:ea typeface="Arial"/>
                <a:cs typeface="Arial"/>
              </a:defRPr>
            </a:pPr>
            <a:r>
              <a:rPr sz="2175" b="1">
                <a:solidFill>
                  <a:srgbClr val="132F3B"/>
                </a:solidFill>
                <a:latin typeface="Arial"/>
                <a:ea typeface="Arial"/>
                <a:cs typeface="Arial"/>
              </a:rPr>
              <a:t>2</a:t>
            </a:r>
          </a:p>
        </p:txBody>
      </p:sp>
      <p:sp>
        <p:nvSpPr>
          <p:cNvPr id="16" name="visual-149">
            <a:extLst>
              <a:ext uri="{FF2B5EF4-FFF2-40B4-BE49-F238E27FC236}">
                <a16:creationId xmlns:a16="http://schemas.microsoft.com/office/drawing/2014/main" id="{667A6224-7155-4D80-AF14-ABACC20F49EF}"/>
              </a:ext>
            </a:extLst>
          </p:cNvPr>
          <p:cNvSpPr>
            <a:spLocks noGrp="1"/>
          </p:cNvSpPr>
          <p:nvPr/>
        </p:nvSpPr>
        <p:spPr>
          <a:xfrm>
            <a:off x="7553325" y="2362200"/>
            <a:ext cx="2057400" cy="28575"/>
          </a:xfrm>
          <a:prstGeom prst="rect">
            <a:avLst/>
          </a:prstGeom>
          <a:solidFill>
            <a:srgbClr val="45616A"/>
          </a:solidFill>
          <a:ln w="0">
            <a:noFill/>
            <a:prstDash val="solid"/>
          </a:ln>
        </p:spPr>
      </p:sp>
      <p:sp>
        <p:nvSpPr>
          <p:cNvPr id="17" name="visual-150">
            <a:extLst>
              <a:ext uri="{FF2B5EF4-FFF2-40B4-BE49-F238E27FC236}">
                <a16:creationId xmlns:a16="http://schemas.microsoft.com/office/drawing/2014/main" id="{34E811A0-11B4-4F29-834F-85395227934B}"/>
              </a:ext>
            </a:extLst>
          </p:cNvPr>
          <p:cNvSpPr>
            <a:spLocks noGrp="1"/>
          </p:cNvSpPr>
          <p:nvPr/>
        </p:nvSpPr>
        <p:spPr>
          <a:xfrm>
            <a:off x="6381750" y="2781300"/>
            <a:ext cx="2381250" cy="638175"/>
          </a:xfrm>
          <a:prstGeom prst="rect">
            <a:avLst/>
          </a:prstGeom>
          <a:noFill/>
          <a:ln w="0">
            <a:noFill/>
            <a:prstDash val="solid"/>
          </a:ln>
        </p:spPr>
        <p:txBody>
          <a:bodyPr lIns="0" tIns="0" rIns="0" bIns="0" anchor="ctr"/>
          <a:lstStyle>
            <a:defPPr algn="ctr">
              <a:defRPr sz="2175" b="1">
                <a:solidFill>
                  <a:srgbClr val="F7F4ED"/>
                </a:solidFill>
                <a:latin typeface="Arial"/>
                <a:ea typeface="Arial"/>
                <a:cs typeface="Arial"/>
              </a:defRPr>
            </a:defPPr>
            <a:lvl1pPr algn="ctr">
              <a:defRPr sz="2175" b="1">
                <a:solidFill>
                  <a:srgbClr val="F7F4ED"/>
                </a:solidFill>
                <a:latin typeface="Arial"/>
                <a:ea typeface="Arial"/>
                <a:cs typeface="Arial"/>
              </a:defRPr>
            </a:lvl1pPr>
            <a:lvl2pPr algn="ctr">
              <a:defRPr sz="2175" b="1">
                <a:solidFill>
                  <a:srgbClr val="F7F4ED"/>
                </a:solidFill>
                <a:latin typeface="Arial"/>
                <a:ea typeface="Arial"/>
                <a:cs typeface="Arial"/>
              </a:defRPr>
            </a:lvl2pPr>
            <a:lvl3pPr algn="ctr">
              <a:defRPr sz="2175" b="1">
                <a:solidFill>
                  <a:srgbClr val="F7F4ED"/>
                </a:solidFill>
                <a:latin typeface="Arial"/>
                <a:ea typeface="Arial"/>
                <a:cs typeface="Arial"/>
              </a:defRPr>
            </a:lvl3pPr>
            <a:lvl4pPr algn="ctr">
              <a:defRPr sz="2175" b="1">
                <a:solidFill>
                  <a:srgbClr val="F7F4ED"/>
                </a:solidFill>
                <a:latin typeface="Arial"/>
                <a:ea typeface="Arial"/>
                <a:cs typeface="Arial"/>
              </a:defRPr>
            </a:lvl4pPr>
            <a:lvl5pPr algn="ctr">
              <a:defRPr sz="2175" b="1">
                <a:solidFill>
                  <a:srgbClr val="F7F4ED"/>
                </a:solidFill>
                <a:latin typeface="Arial"/>
                <a:ea typeface="Arial"/>
                <a:cs typeface="Arial"/>
              </a:defRPr>
            </a:lvl5pPr>
            <a:lvl6pPr algn="ctr">
              <a:defRPr sz="2175" b="1">
                <a:solidFill>
                  <a:srgbClr val="F7F4ED"/>
                </a:solidFill>
                <a:latin typeface="Arial"/>
                <a:ea typeface="Arial"/>
                <a:cs typeface="Arial"/>
              </a:defRPr>
            </a:lvl6pPr>
            <a:lvl7pPr algn="ctr">
              <a:defRPr sz="2175" b="1">
                <a:solidFill>
                  <a:srgbClr val="F7F4ED"/>
                </a:solidFill>
                <a:latin typeface="Arial"/>
                <a:ea typeface="Arial"/>
                <a:cs typeface="Arial"/>
              </a:defRPr>
            </a:lvl7pPr>
            <a:lvl8pPr algn="ctr">
              <a:defRPr sz="2175" b="1">
                <a:solidFill>
                  <a:srgbClr val="F7F4ED"/>
                </a:solidFill>
                <a:latin typeface="Arial"/>
                <a:ea typeface="Arial"/>
                <a:cs typeface="Arial"/>
              </a:defRPr>
            </a:lvl8pPr>
            <a:lvl9pPr algn="ctr">
              <a:defRPr sz="2175" b="1">
                <a:solidFill>
                  <a:srgbClr val="F7F4ED"/>
                </a:solidFill>
                <a:latin typeface="Arial"/>
                <a:ea typeface="Arial"/>
                <a:cs typeface="Arial"/>
              </a:defRPr>
            </a:lvl9pPr>
          </a:lstStyle>
          <a:p>
            <a:pPr algn="ctr">
              <a:defRPr sz="2175" b="1">
                <a:solidFill>
                  <a:srgbClr val="F7F4ED"/>
                </a:solidFill>
                <a:latin typeface="Arial"/>
                <a:ea typeface="Arial"/>
                <a:cs typeface="Arial"/>
              </a:defRPr>
            </a:pPr>
            <a:r>
              <a:rPr sz="2175" b="1" dirty="0" err="1">
                <a:solidFill>
                  <a:schemeClr val="bg2">
                    <a:lumMod val="25000"/>
                  </a:schemeClr>
                </a:solidFill>
                <a:latin typeface="Arial"/>
                <a:ea typeface="Arial"/>
                <a:cs typeface="Arial"/>
              </a:rPr>
              <a:t>Prioritised</a:t>
            </a:r>
            <a:r>
              <a:rPr sz="2175" b="1" dirty="0">
                <a:solidFill>
                  <a:schemeClr val="bg2">
                    <a:lumMod val="25000"/>
                  </a:schemeClr>
                </a:solidFill>
                <a:latin typeface="Arial"/>
                <a:ea typeface="Arial"/>
                <a:cs typeface="Arial"/>
              </a:rPr>
              <a:t> work</a:t>
            </a:r>
          </a:p>
        </p:txBody>
      </p:sp>
      <p:sp>
        <p:nvSpPr>
          <p:cNvPr id="18" name="visual-151">
            <a:extLst>
              <a:ext uri="{FF2B5EF4-FFF2-40B4-BE49-F238E27FC236}">
                <a16:creationId xmlns:a16="http://schemas.microsoft.com/office/drawing/2014/main" id="{80156BD5-177C-44AD-A9BB-B7DA44CDD918}"/>
              </a:ext>
            </a:extLst>
          </p:cNvPr>
          <p:cNvSpPr>
            <a:spLocks noGrp="1"/>
          </p:cNvSpPr>
          <p:nvPr/>
        </p:nvSpPr>
        <p:spPr>
          <a:xfrm>
            <a:off x="9639300" y="2105025"/>
            <a:ext cx="552450" cy="552450"/>
          </a:xfrm>
          <a:prstGeom prst="ellipse">
            <a:avLst/>
          </a:prstGeom>
          <a:solidFill>
            <a:schemeClr val="bg2">
              <a:lumMod val="75000"/>
            </a:schemeClr>
          </a:solidFill>
          <a:ln w="0">
            <a:noFill/>
            <a:prstDash val="solid"/>
          </a:ln>
        </p:spPr>
      </p:sp>
      <p:sp>
        <p:nvSpPr>
          <p:cNvPr id="19" name="visual-152">
            <a:extLst>
              <a:ext uri="{FF2B5EF4-FFF2-40B4-BE49-F238E27FC236}">
                <a16:creationId xmlns:a16="http://schemas.microsoft.com/office/drawing/2014/main" id="{B2D14D2F-99E4-44CF-B625-9BB9216FC8F2}"/>
              </a:ext>
            </a:extLst>
          </p:cNvPr>
          <p:cNvSpPr>
            <a:spLocks noGrp="1"/>
          </p:cNvSpPr>
          <p:nvPr/>
        </p:nvSpPr>
        <p:spPr>
          <a:xfrm>
            <a:off x="9639300" y="2105025"/>
            <a:ext cx="552450" cy="552450"/>
          </a:xfrm>
          <a:prstGeom prst="rect">
            <a:avLst/>
          </a:prstGeom>
          <a:noFill/>
          <a:ln w="0">
            <a:noFill/>
            <a:prstDash val="solid"/>
          </a:ln>
        </p:spPr>
        <p:txBody>
          <a:bodyPr lIns="0" tIns="0" rIns="0" bIns="0" anchor="ctr"/>
          <a:lstStyle>
            <a:defPPr algn="ctr">
              <a:defRPr sz="2175" b="1">
                <a:solidFill>
                  <a:srgbClr val="132F3B"/>
                </a:solidFill>
                <a:latin typeface="Arial"/>
                <a:ea typeface="Arial"/>
                <a:cs typeface="Arial"/>
              </a:defRPr>
            </a:defPPr>
            <a:lvl1pPr algn="ctr">
              <a:defRPr sz="2175" b="1">
                <a:solidFill>
                  <a:srgbClr val="132F3B"/>
                </a:solidFill>
                <a:latin typeface="Arial"/>
                <a:ea typeface="Arial"/>
                <a:cs typeface="Arial"/>
              </a:defRPr>
            </a:lvl1pPr>
            <a:lvl2pPr algn="ctr">
              <a:defRPr sz="2175" b="1">
                <a:solidFill>
                  <a:srgbClr val="132F3B"/>
                </a:solidFill>
                <a:latin typeface="Arial"/>
                <a:ea typeface="Arial"/>
                <a:cs typeface="Arial"/>
              </a:defRPr>
            </a:lvl2pPr>
            <a:lvl3pPr algn="ctr">
              <a:defRPr sz="2175" b="1">
                <a:solidFill>
                  <a:srgbClr val="132F3B"/>
                </a:solidFill>
                <a:latin typeface="Arial"/>
                <a:ea typeface="Arial"/>
                <a:cs typeface="Arial"/>
              </a:defRPr>
            </a:lvl3pPr>
            <a:lvl4pPr algn="ctr">
              <a:defRPr sz="2175" b="1">
                <a:solidFill>
                  <a:srgbClr val="132F3B"/>
                </a:solidFill>
                <a:latin typeface="Arial"/>
                <a:ea typeface="Arial"/>
                <a:cs typeface="Arial"/>
              </a:defRPr>
            </a:lvl4pPr>
            <a:lvl5pPr algn="ctr">
              <a:defRPr sz="2175" b="1">
                <a:solidFill>
                  <a:srgbClr val="132F3B"/>
                </a:solidFill>
                <a:latin typeface="Arial"/>
                <a:ea typeface="Arial"/>
                <a:cs typeface="Arial"/>
              </a:defRPr>
            </a:lvl5pPr>
            <a:lvl6pPr algn="ctr">
              <a:defRPr sz="2175" b="1">
                <a:solidFill>
                  <a:srgbClr val="132F3B"/>
                </a:solidFill>
                <a:latin typeface="Arial"/>
                <a:ea typeface="Arial"/>
                <a:cs typeface="Arial"/>
              </a:defRPr>
            </a:lvl6pPr>
            <a:lvl7pPr algn="ctr">
              <a:defRPr sz="2175" b="1">
                <a:solidFill>
                  <a:srgbClr val="132F3B"/>
                </a:solidFill>
                <a:latin typeface="Arial"/>
                <a:ea typeface="Arial"/>
                <a:cs typeface="Arial"/>
              </a:defRPr>
            </a:lvl7pPr>
            <a:lvl8pPr algn="ctr">
              <a:defRPr sz="2175" b="1">
                <a:solidFill>
                  <a:srgbClr val="132F3B"/>
                </a:solidFill>
                <a:latin typeface="Arial"/>
                <a:ea typeface="Arial"/>
                <a:cs typeface="Arial"/>
              </a:defRPr>
            </a:lvl8pPr>
            <a:lvl9pPr algn="ctr">
              <a:defRPr sz="2175" b="1">
                <a:solidFill>
                  <a:srgbClr val="132F3B"/>
                </a:solidFill>
                <a:latin typeface="Arial"/>
                <a:ea typeface="Arial"/>
                <a:cs typeface="Arial"/>
              </a:defRPr>
            </a:lvl9pPr>
          </a:lstStyle>
          <a:p>
            <a:pPr algn="ctr">
              <a:defRPr sz="2175" b="1">
                <a:solidFill>
                  <a:srgbClr val="132F3B"/>
                </a:solidFill>
                <a:latin typeface="Arial"/>
                <a:ea typeface="Arial"/>
                <a:cs typeface="Arial"/>
              </a:defRPr>
            </a:pPr>
            <a:r>
              <a:rPr sz="2175" b="1">
                <a:solidFill>
                  <a:srgbClr val="132F3B"/>
                </a:solidFill>
                <a:latin typeface="Arial"/>
                <a:ea typeface="Arial"/>
                <a:cs typeface="Arial"/>
              </a:rPr>
              <a:t>3</a:t>
            </a:r>
          </a:p>
        </p:txBody>
      </p:sp>
      <p:sp>
        <p:nvSpPr>
          <p:cNvPr id="20" name="visual-153">
            <a:extLst>
              <a:ext uri="{FF2B5EF4-FFF2-40B4-BE49-F238E27FC236}">
                <a16:creationId xmlns:a16="http://schemas.microsoft.com/office/drawing/2014/main" id="{C68D2587-0F4C-49A4-BDA2-D5FA1295F15E}"/>
              </a:ext>
            </a:extLst>
          </p:cNvPr>
          <p:cNvSpPr>
            <a:spLocks noGrp="1"/>
          </p:cNvSpPr>
          <p:nvPr/>
        </p:nvSpPr>
        <p:spPr>
          <a:xfrm>
            <a:off x="9048750" y="2781300"/>
            <a:ext cx="2381250" cy="638175"/>
          </a:xfrm>
          <a:prstGeom prst="rect">
            <a:avLst/>
          </a:prstGeom>
          <a:noFill/>
          <a:ln w="0">
            <a:noFill/>
            <a:prstDash val="solid"/>
          </a:ln>
        </p:spPr>
        <p:txBody>
          <a:bodyPr lIns="0" tIns="0" rIns="0" bIns="0" anchor="ctr"/>
          <a:lstStyle>
            <a:defPPr algn="ctr">
              <a:defRPr sz="2175" b="1">
                <a:solidFill>
                  <a:srgbClr val="F7F4ED"/>
                </a:solidFill>
                <a:latin typeface="Arial"/>
                <a:ea typeface="Arial"/>
                <a:cs typeface="Arial"/>
              </a:defRPr>
            </a:defPPr>
            <a:lvl1pPr algn="ctr">
              <a:defRPr sz="2175" b="1">
                <a:solidFill>
                  <a:srgbClr val="F7F4ED"/>
                </a:solidFill>
                <a:latin typeface="Arial"/>
                <a:ea typeface="Arial"/>
                <a:cs typeface="Arial"/>
              </a:defRPr>
            </a:lvl1pPr>
            <a:lvl2pPr algn="ctr">
              <a:defRPr sz="2175" b="1">
                <a:solidFill>
                  <a:srgbClr val="F7F4ED"/>
                </a:solidFill>
                <a:latin typeface="Arial"/>
                <a:ea typeface="Arial"/>
                <a:cs typeface="Arial"/>
              </a:defRPr>
            </a:lvl2pPr>
            <a:lvl3pPr algn="ctr">
              <a:defRPr sz="2175" b="1">
                <a:solidFill>
                  <a:srgbClr val="F7F4ED"/>
                </a:solidFill>
                <a:latin typeface="Arial"/>
                <a:ea typeface="Arial"/>
                <a:cs typeface="Arial"/>
              </a:defRPr>
            </a:lvl3pPr>
            <a:lvl4pPr algn="ctr">
              <a:defRPr sz="2175" b="1">
                <a:solidFill>
                  <a:srgbClr val="F7F4ED"/>
                </a:solidFill>
                <a:latin typeface="Arial"/>
                <a:ea typeface="Arial"/>
                <a:cs typeface="Arial"/>
              </a:defRPr>
            </a:lvl4pPr>
            <a:lvl5pPr algn="ctr">
              <a:defRPr sz="2175" b="1">
                <a:solidFill>
                  <a:srgbClr val="F7F4ED"/>
                </a:solidFill>
                <a:latin typeface="Arial"/>
                <a:ea typeface="Arial"/>
                <a:cs typeface="Arial"/>
              </a:defRPr>
            </a:lvl5pPr>
            <a:lvl6pPr algn="ctr">
              <a:defRPr sz="2175" b="1">
                <a:solidFill>
                  <a:srgbClr val="F7F4ED"/>
                </a:solidFill>
                <a:latin typeface="Arial"/>
                <a:ea typeface="Arial"/>
                <a:cs typeface="Arial"/>
              </a:defRPr>
            </a:lvl6pPr>
            <a:lvl7pPr algn="ctr">
              <a:defRPr sz="2175" b="1">
                <a:solidFill>
                  <a:srgbClr val="F7F4ED"/>
                </a:solidFill>
                <a:latin typeface="Arial"/>
                <a:ea typeface="Arial"/>
                <a:cs typeface="Arial"/>
              </a:defRPr>
            </a:lvl7pPr>
            <a:lvl8pPr algn="ctr">
              <a:defRPr sz="2175" b="1">
                <a:solidFill>
                  <a:srgbClr val="F7F4ED"/>
                </a:solidFill>
                <a:latin typeface="Arial"/>
                <a:ea typeface="Arial"/>
                <a:cs typeface="Arial"/>
              </a:defRPr>
            </a:lvl8pPr>
            <a:lvl9pPr algn="ctr">
              <a:defRPr sz="2175" b="1">
                <a:solidFill>
                  <a:srgbClr val="F7F4ED"/>
                </a:solidFill>
                <a:latin typeface="Arial"/>
                <a:ea typeface="Arial"/>
                <a:cs typeface="Arial"/>
              </a:defRPr>
            </a:lvl9pPr>
          </a:lstStyle>
          <a:p>
            <a:pPr algn="ctr">
              <a:defRPr sz="2175" b="1">
                <a:solidFill>
                  <a:srgbClr val="F7F4ED"/>
                </a:solidFill>
                <a:latin typeface="Arial"/>
                <a:ea typeface="Arial"/>
                <a:cs typeface="Arial"/>
              </a:defRPr>
            </a:pPr>
            <a:r>
              <a:rPr sz="2175" b="1" dirty="0">
                <a:solidFill>
                  <a:schemeClr val="bg2">
                    <a:lumMod val="25000"/>
                  </a:schemeClr>
                </a:solidFill>
                <a:latin typeface="Arial"/>
                <a:ea typeface="Arial"/>
                <a:cs typeface="Arial"/>
              </a:rPr>
              <a:t>Accepted result</a:t>
            </a:r>
          </a:p>
        </p:txBody>
      </p:sp>
      <p:sp>
        <p:nvSpPr>
          <p:cNvPr id="21" name="visual-154">
            <a:extLst>
              <a:ext uri="{FF2B5EF4-FFF2-40B4-BE49-F238E27FC236}">
                <a16:creationId xmlns:a16="http://schemas.microsoft.com/office/drawing/2014/main" id="{9EF00250-E167-45EC-B634-4083C74FE2AD}"/>
              </a:ext>
            </a:extLst>
          </p:cNvPr>
          <p:cNvSpPr>
            <a:spLocks noGrp="1"/>
          </p:cNvSpPr>
          <p:nvPr/>
        </p:nvSpPr>
        <p:spPr>
          <a:xfrm>
            <a:off x="3714750" y="3590925"/>
            <a:ext cx="7858125" cy="876300"/>
          </a:xfrm>
          <a:prstGeom prst="rect">
            <a:avLst/>
          </a:prstGeom>
          <a:noFill/>
          <a:ln w="0">
            <a:noFill/>
            <a:prstDash val="solid"/>
          </a:ln>
        </p:spPr>
        <p:txBody>
          <a:bodyPr lIns="0" tIns="0" rIns="0" bIns="0" anchor="ctr"/>
          <a:lstStyle>
            <a:defPPr algn="l">
              <a:defRPr sz="2100" b="0">
                <a:solidFill>
                  <a:srgbClr val="F7F4ED"/>
                </a:solidFill>
                <a:latin typeface="Arial"/>
                <a:ea typeface="Arial"/>
                <a:cs typeface="Arial"/>
              </a:defRPr>
            </a:defPPr>
            <a:lvl1pPr algn="l">
              <a:defRPr sz="2100" b="0">
                <a:solidFill>
                  <a:srgbClr val="F7F4ED"/>
                </a:solidFill>
                <a:latin typeface="Arial"/>
                <a:ea typeface="Arial"/>
                <a:cs typeface="Arial"/>
              </a:defRPr>
            </a:lvl1pPr>
            <a:lvl2pPr algn="l">
              <a:defRPr sz="2100" b="0">
                <a:solidFill>
                  <a:srgbClr val="F7F4ED"/>
                </a:solidFill>
                <a:latin typeface="Arial"/>
                <a:ea typeface="Arial"/>
                <a:cs typeface="Arial"/>
              </a:defRPr>
            </a:lvl2pPr>
            <a:lvl3pPr algn="l">
              <a:defRPr sz="2100" b="0">
                <a:solidFill>
                  <a:srgbClr val="F7F4ED"/>
                </a:solidFill>
                <a:latin typeface="Arial"/>
                <a:ea typeface="Arial"/>
                <a:cs typeface="Arial"/>
              </a:defRPr>
            </a:lvl3pPr>
            <a:lvl4pPr algn="l">
              <a:defRPr sz="2100" b="0">
                <a:solidFill>
                  <a:srgbClr val="F7F4ED"/>
                </a:solidFill>
                <a:latin typeface="Arial"/>
                <a:ea typeface="Arial"/>
                <a:cs typeface="Arial"/>
              </a:defRPr>
            </a:lvl4pPr>
            <a:lvl5pPr algn="l">
              <a:defRPr sz="2100" b="0">
                <a:solidFill>
                  <a:srgbClr val="F7F4ED"/>
                </a:solidFill>
                <a:latin typeface="Arial"/>
                <a:ea typeface="Arial"/>
                <a:cs typeface="Arial"/>
              </a:defRPr>
            </a:lvl5pPr>
            <a:lvl6pPr algn="l">
              <a:defRPr sz="2100" b="0">
                <a:solidFill>
                  <a:srgbClr val="F7F4ED"/>
                </a:solidFill>
                <a:latin typeface="Arial"/>
                <a:ea typeface="Arial"/>
                <a:cs typeface="Arial"/>
              </a:defRPr>
            </a:lvl6pPr>
            <a:lvl7pPr algn="l">
              <a:defRPr sz="2100" b="0">
                <a:solidFill>
                  <a:srgbClr val="F7F4ED"/>
                </a:solidFill>
                <a:latin typeface="Arial"/>
                <a:ea typeface="Arial"/>
                <a:cs typeface="Arial"/>
              </a:defRPr>
            </a:lvl7pPr>
            <a:lvl8pPr algn="l">
              <a:defRPr sz="2100" b="0">
                <a:solidFill>
                  <a:srgbClr val="F7F4ED"/>
                </a:solidFill>
                <a:latin typeface="Arial"/>
                <a:ea typeface="Arial"/>
                <a:cs typeface="Arial"/>
              </a:defRPr>
            </a:lvl8pPr>
            <a:lvl9pPr algn="l">
              <a:defRPr sz="2100" b="0">
                <a:solidFill>
                  <a:srgbClr val="F7F4ED"/>
                </a:solidFill>
                <a:latin typeface="Arial"/>
                <a:ea typeface="Arial"/>
                <a:cs typeface="Arial"/>
              </a:defRPr>
            </a:lvl9pPr>
          </a:lstStyle>
          <a:p>
            <a:pPr algn="l">
              <a:defRPr sz="2100" b="0">
                <a:solidFill>
                  <a:srgbClr val="F7F4ED"/>
                </a:solidFill>
                <a:latin typeface="Arial"/>
                <a:ea typeface="Arial"/>
                <a:cs typeface="Arial"/>
              </a:defRPr>
            </a:pPr>
            <a:r>
              <a:rPr sz="2100" b="0" dirty="0">
                <a:solidFill>
                  <a:schemeClr val="tx1"/>
                </a:solidFill>
                <a:latin typeface="Arial"/>
                <a:ea typeface="Arial"/>
                <a:cs typeface="Arial"/>
              </a:rPr>
              <a:t>Own the backlog and acceptance criteria.</a:t>
            </a:r>
          </a:p>
          <a:p>
            <a:pPr algn="l">
              <a:defRPr sz="2100" b="0">
                <a:solidFill>
                  <a:srgbClr val="F7F4ED"/>
                </a:solidFill>
                <a:latin typeface="Arial"/>
                <a:ea typeface="Arial"/>
                <a:cs typeface="Arial"/>
              </a:defRPr>
            </a:pPr>
            <a:r>
              <a:rPr sz="2100" b="0" dirty="0">
                <a:solidFill>
                  <a:schemeClr val="tx1"/>
                </a:solidFill>
                <a:latin typeface="Arial"/>
                <a:ea typeface="Arial"/>
                <a:cs typeface="Arial"/>
              </a:rPr>
              <a:t>Resolve scope questions inside the agreed limit.</a:t>
            </a:r>
          </a:p>
        </p:txBody>
      </p:sp>
      <p:sp>
        <p:nvSpPr>
          <p:cNvPr id="22" name="visual-155">
            <a:extLst>
              <a:ext uri="{FF2B5EF4-FFF2-40B4-BE49-F238E27FC236}">
                <a16:creationId xmlns:a16="http://schemas.microsoft.com/office/drawing/2014/main" id="{CEBB6943-E92C-435C-9D76-0864CE9936B4}"/>
              </a:ext>
            </a:extLst>
          </p:cNvPr>
          <p:cNvSpPr>
            <a:spLocks noGrp="1"/>
          </p:cNvSpPr>
          <p:nvPr/>
        </p:nvSpPr>
        <p:spPr>
          <a:xfrm>
            <a:off x="3714750" y="4552950"/>
            <a:ext cx="7858125" cy="419100"/>
          </a:xfrm>
          <a:prstGeom prst="rect">
            <a:avLst/>
          </a:prstGeom>
          <a:noFill/>
          <a:ln w="0">
            <a:noFill/>
            <a:prstDash val="solid"/>
          </a:ln>
        </p:spPr>
        <p:txBody>
          <a:bodyPr lIns="0" tIns="0" rIns="0" bIns="0" anchor="ctr"/>
          <a:lstStyle>
            <a:defPPr algn="l">
              <a:defRPr sz="1875" b="0">
                <a:solidFill>
                  <a:srgbClr val="BDD4D4"/>
                </a:solidFill>
                <a:latin typeface="Arial"/>
                <a:ea typeface="Arial"/>
                <a:cs typeface="Arial"/>
              </a:defRPr>
            </a:defPPr>
            <a:lvl1pPr algn="l">
              <a:defRPr sz="1875" b="0">
                <a:solidFill>
                  <a:srgbClr val="BDD4D4"/>
                </a:solidFill>
                <a:latin typeface="Arial"/>
                <a:ea typeface="Arial"/>
                <a:cs typeface="Arial"/>
              </a:defRPr>
            </a:lvl1pPr>
            <a:lvl2pPr algn="l">
              <a:defRPr sz="1875" b="0">
                <a:solidFill>
                  <a:srgbClr val="BDD4D4"/>
                </a:solidFill>
                <a:latin typeface="Arial"/>
                <a:ea typeface="Arial"/>
                <a:cs typeface="Arial"/>
              </a:defRPr>
            </a:lvl2pPr>
            <a:lvl3pPr algn="l">
              <a:defRPr sz="1875" b="0">
                <a:solidFill>
                  <a:srgbClr val="BDD4D4"/>
                </a:solidFill>
                <a:latin typeface="Arial"/>
                <a:ea typeface="Arial"/>
                <a:cs typeface="Arial"/>
              </a:defRPr>
            </a:lvl3pPr>
            <a:lvl4pPr algn="l">
              <a:defRPr sz="1875" b="0">
                <a:solidFill>
                  <a:srgbClr val="BDD4D4"/>
                </a:solidFill>
                <a:latin typeface="Arial"/>
                <a:ea typeface="Arial"/>
                <a:cs typeface="Arial"/>
              </a:defRPr>
            </a:lvl4pPr>
            <a:lvl5pPr algn="l">
              <a:defRPr sz="1875" b="0">
                <a:solidFill>
                  <a:srgbClr val="BDD4D4"/>
                </a:solidFill>
                <a:latin typeface="Arial"/>
                <a:ea typeface="Arial"/>
                <a:cs typeface="Arial"/>
              </a:defRPr>
            </a:lvl5pPr>
            <a:lvl6pPr algn="l">
              <a:defRPr sz="1875" b="0">
                <a:solidFill>
                  <a:srgbClr val="BDD4D4"/>
                </a:solidFill>
                <a:latin typeface="Arial"/>
                <a:ea typeface="Arial"/>
                <a:cs typeface="Arial"/>
              </a:defRPr>
            </a:lvl6pPr>
            <a:lvl7pPr algn="l">
              <a:defRPr sz="1875" b="0">
                <a:solidFill>
                  <a:srgbClr val="BDD4D4"/>
                </a:solidFill>
                <a:latin typeface="Arial"/>
                <a:ea typeface="Arial"/>
                <a:cs typeface="Arial"/>
              </a:defRPr>
            </a:lvl7pPr>
            <a:lvl8pPr algn="l">
              <a:defRPr sz="1875" b="0">
                <a:solidFill>
                  <a:srgbClr val="BDD4D4"/>
                </a:solidFill>
                <a:latin typeface="Arial"/>
                <a:ea typeface="Arial"/>
                <a:cs typeface="Arial"/>
              </a:defRPr>
            </a:lvl8pPr>
            <a:lvl9pPr algn="l">
              <a:defRPr sz="1875" b="0">
                <a:solidFill>
                  <a:srgbClr val="BDD4D4"/>
                </a:solidFill>
                <a:latin typeface="Arial"/>
                <a:ea typeface="Arial"/>
                <a:cs typeface="Arial"/>
              </a:defRPr>
            </a:lvl9pPr>
          </a:lstStyle>
          <a:p>
            <a:pPr algn="l">
              <a:defRPr sz="1875" b="0">
                <a:solidFill>
                  <a:srgbClr val="BDD4D4"/>
                </a:solidFill>
                <a:latin typeface="Arial"/>
                <a:ea typeface="Arial"/>
                <a:cs typeface="Arial"/>
              </a:defRPr>
            </a:pPr>
            <a:r>
              <a:rPr sz="1875" b="0" dirty="0">
                <a:solidFill>
                  <a:schemeClr val="tx1"/>
                </a:solidFill>
                <a:latin typeface="Arial"/>
                <a:ea typeface="Arial"/>
                <a:cs typeface="Arial"/>
              </a:rPr>
              <a:t>Candidate: Product judgement and clear requirements</a:t>
            </a:r>
          </a:p>
        </p:txBody>
      </p:sp>
      <p:sp>
        <p:nvSpPr>
          <p:cNvPr id="23" name="visual-156">
            <a:extLst>
              <a:ext uri="{FF2B5EF4-FFF2-40B4-BE49-F238E27FC236}">
                <a16:creationId xmlns:a16="http://schemas.microsoft.com/office/drawing/2014/main" id="{F29DA90C-C485-4950-9D54-D3AAE04DF9B3}"/>
              </a:ext>
            </a:extLst>
          </p:cNvPr>
          <p:cNvSpPr>
            <a:spLocks noGrp="1"/>
          </p:cNvSpPr>
          <p:nvPr/>
        </p:nvSpPr>
        <p:spPr>
          <a:xfrm>
            <a:off x="3714750" y="4991100"/>
            <a:ext cx="7858125" cy="419100"/>
          </a:xfrm>
          <a:prstGeom prst="rect">
            <a:avLst/>
          </a:prstGeom>
          <a:noFill/>
          <a:ln w="0">
            <a:noFill/>
            <a:prstDash val="solid"/>
          </a:ln>
        </p:spPr>
        <p:txBody>
          <a:bodyPr lIns="0" tIns="0" rIns="0" bIns="0" anchor="ctr"/>
          <a:lstStyle>
            <a:defPPr algn="l">
              <a:defRPr sz="1875" b="0">
                <a:solidFill>
                  <a:srgbClr val="BDD4D4"/>
                </a:solidFill>
                <a:latin typeface="Arial"/>
                <a:ea typeface="Arial"/>
                <a:cs typeface="Arial"/>
              </a:defRPr>
            </a:defPPr>
            <a:lvl1pPr algn="l">
              <a:defRPr sz="1875" b="0">
                <a:solidFill>
                  <a:srgbClr val="BDD4D4"/>
                </a:solidFill>
                <a:latin typeface="Arial"/>
                <a:ea typeface="Arial"/>
                <a:cs typeface="Arial"/>
              </a:defRPr>
            </a:lvl1pPr>
            <a:lvl2pPr algn="l">
              <a:defRPr sz="1875" b="0">
                <a:solidFill>
                  <a:srgbClr val="BDD4D4"/>
                </a:solidFill>
                <a:latin typeface="Arial"/>
                <a:ea typeface="Arial"/>
                <a:cs typeface="Arial"/>
              </a:defRPr>
            </a:lvl2pPr>
            <a:lvl3pPr algn="l">
              <a:defRPr sz="1875" b="0">
                <a:solidFill>
                  <a:srgbClr val="BDD4D4"/>
                </a:solidFill>
                <a:latin typeface="Arial"/>
                <a:ea typeface="Arial"/>
                <a:cs typeface="Arial"/>
              </a:defRPr>
            </a:lvl3pPr>
            <a:lvl4pPr algn="l">
              <a:defRPr sz="1875" b="0">
                <a:solidFill>
                  <a:srgbClr val="BDD4D4"/>
                </a:solidFill>
                <a:latin typeface="Arial"/>
                <a:ea typeface="Arial"/>
                <a:cs typeface="Arial"/>
              </a:defRPr>
            </a:lvl4pPr>
            <a:lvl5pPr algn="l">
              <a:defRPr sz="1875" b="0">
                <a:solidFill>
                  <a:srgbClr val="BDD4D4"/>
                </a:solidFill>
                <a:latin typeface="Arial"/>
                <a:ea typeface="Arial"/>
                <a:cs typeface="Arial"/>
              </a:defRPr>
            </a:lvl5pPr>
            <a:lvl6pPr algn="l">
              <a:defRPr sz="1875" b="0">
                <a:solidFill>
                  <a:srgbClr val="BDD4D4"/>
                </a:solidFill>
                <a:latin typeface="Arial"/>
                <a:ea typeface="Arial"/>
                <a:cs typeface="Arial"/>
              </a:defRPr>
            </a:lvl6pPr>
            <a:lvl7pPr algn="l">
              <a:defRPr sz="1875" b="0">
                <a:solidFill>
                  <a:srgbClr val="BDD4D4"/>
                </a:solidFill>
                <a:latin typeface="Arial"/>
                <a:ea typeface="Arial"/>
                <a:cs typeface="Arial"/>
              </a:defRPr>
            </a:lvl7pPr>
            <a:lvl8pPr algn="l">
              <a:defRPr sz="1875" b="0">
                <a:solidFill>
                  <a:srgbClr val="BDD4D4"/>
                </a:solidFill>
                <a:latin typeface="Arial"/>
                <a:ea typeface="Arial"/>
                <a:cs typeface="Arial"/>
              </a:defRPr>
            </a:lvl8pPr>
            <a:lvl9pPr algn="l">
              <a:defRPr sz="1875" b="0">
                <a:solidFill>
                  <a:srgbClr val="BDD4D4"/>
                </a:solidFill>
                <a:latin typeface="Arial"/>
                <a:ea typeface="Arial"/>
                <a:cs typeface="Arial"/>
              </a:defRPr>
            </a:lvl9pPr>
          </a:lstStyle>
          <a:p>
            <a:pPr algn="l">
              <a:defRPr sz="1875" b="0">
                <a:solidFill>
                  <a:srgbClr val="BDD4D4"/>
                </a:solidFill>
                <a:latin typeface="Arial"/>
                <a:ea typeface="Arial"/>
                <a:cs typeface="Arial"/>
              </a:defRPr>
            </a:pPr>
            <a:r>
              <a:rPr sz="1875" b="0" dirty="0">
                <a:solidFill>
                  <a:schemeClr val="tx1"/>
                </a:solidFill>
                <a:latin typeface="Arial"/>
                <a:ea typeface="Arial"/>
                <a:cs typeface="Arial"/>
              </a:rPr>
              <a:t>Selection: </a:t>
            </a:r>
            <a:r>
              <a:rPr sz="1875" b="0" dirty="0" err="1">
                <a:solidFill>
                  <a:schemeClr val="tx1"/>
                </a:solidFill>
                <a:latin typeface="Arial"/>
                <a:ea typeface="Arial"/>
                <a:cs typeface="Arial"/>
              </a:rPr>
              <a:t>Prioritise</a:t>
            </a:r>
            <a:r>
              <a:rPr sz="1875" b="0" dirty="0">
                <a:solidFill>
                  <a:schemeClr val="tx1"/>
                </a:solidFill>
                <a:latin typeface="Arial"/>
                <a:ea typeface="Arial"/>
                <a:cs typeface="Arial"/>
              </a:rPr>
              <a:t> a backlog and explain the trade-off.</a:t>
            </a:r>
          </a:p>
        </p:txBody>
      </p:sp>
      <p:sp>
        <p:nvSpPr>
          <p:cNvPr id="24" name="visual-157">
            <a:extLst>
              <a:ext uri="{FF2B5EF4-FFF2-40B4-BE49-F238E27FC236}">
                <a16:creationId xmlns:a16="http://schemas.microsoft.com/office/drawing/2014/main" id="{D83B4AD4-B046-4B22-8F71-EA587CE0709F}"/>
              </a:ext>
            </a:extLst>
          </p:cNvPr>
          <p:cNvSpPr>
            <a:spLocks noGrp="1"/>
          </p:cNvSpPr>
          <p:nvPr/>
        </p:nvSpPr>
        <p:spPr>
          <a:xfrm>
            <a:off x="571500" y="5391150"/>
            <a:ext cx="11001375" cy="333375"/>
          </a:xfrm>
          <a:prstGeom prst="rect">
            <a:avLst/>
          </a:prstGeom>
          <a:noFill/>
          <a:ln w="0">
            <a:noFill/>
            <a:prstDash val="solid"/>
          </a:ln>
        </p:spPr>
        <p:txBody>
          <a:bodyPr lIns="0" tIns="0" rIns="0" bIns="0" anchor="ctr"/>
          <a:lstStyle>
            <a:defPPr algn="l">
              <a:defRPr sz="1800" b="1">
                <a:solidFill>
                  <a:srgbClr val="F7F4ED"/>
                </a:solidFill>
                <a:latin typeface="Arial"/>
                <a:ea typeface="Arial"/>
                <a:cs typeface="Arial"/>
              </a:defRPr>
            </a:defPPr>
            <a:lvl1pPr algn="l">
              <a:defRPr sz="1800" b="1">
                <a:solidFill>
                  <a:srgbClr val="F7F4ED"/>
                </a:solidFill>
                <a:latin typeface="Arial"/>
                <a:ea typeface="Arial"/>
                <a:cs typeface="Arial"/>
              </a:defRPr>
            </a:lvl1pPr>
            <a:lvl2pPr algn="l">
              <a:defRPr sz="1800" b="1">
                <a:solidFill>
                  <a:srgbClr val="F7F4ED"/>
                </a:solidFill>
                <a:latin typeface="Arial"/>
                <a:ea typeface="Arial"/>
                <a:cs typeface="Arial"/>
              </a:defRPr>
            </a:lvl2pPr>
            <a:lvl3pPr algn="l">
              <a:defRPr sz="1800" b="1">
                <a:solidFill>
                  <a:srgbClr val="F7F4ED"/>
                </a:solidFill>
                <a:latin typeface="Arial"/>
                <a:ea typeface="Arial"/>
                <a:cs typeface="Arial"/>
              </a:defRPr>
            </a:lvl3pPr>
            <a:lvl4pPr algn="l">
              <a:defRPr sz="1800" b="1">
                <a:solidFill>
                  <a:srgbClr val="F7F4ED"/>
                </a:solidFill>
                <a:latin typeface="Arial"/>
                <a:ea typeface="Arial"/>
                <a:cs typeface="Arial"/>
              </a:defRPr>
            </a:lvl4pPr>
            <a:lvl5pPr algn="l">
              <a:defRPr sz="1800" b="1">
                <a:solidFill>
                  <a:srgbClr val="F7F4ED"/>
                </a:solidFill>
                <a:latin typeface="Arial"/>
                <a:ea typeface="Arial"/>
                <a:cs typeface="Arial"/>
              </a:defRPr>
            </a:lvl5pPr>
            <a:lvl6pPr algn="l">
              <a:defRPr sz="1800" b="1">
                <a:solidFill>
                  <a:srgbClr val="F7F4ED"/>
                </a:solidFill>
                <a:latin typeface="Arial"/>
                <a:ea typeface="Arial"/>
                <a:cs typeface="Arial"/>
              </a:defRPr>
            </a:lvl6pPr>
            <a:lvl7pPr algn="l">
              <a:defRPr sz="1800" b="1">
                <a:solidFill>
                  <a:srgbClr val="F7F4ED"/>
                </a:solidFill>
                <a:latin typeface="Arial"/>
                <a:ea typeface="Arial"/>
                <a:cs typeface="Arial"/>
              </a:defRPr>
            </a:lvl7pPr>
            <a:lvl8pPr algn="l">
              <a:defRPr sz="1800" b="1">
                <a:solidFill>
                  <a:srgbClr val="F7F4ED"/>
                </a:solidFill>
                <a:latin typeface="Arial"/>
                <a:ea typeface="Arial"/>
                <a:cs typeface="Arial"/>
              </a:defRPr>
            </a:lvl8pPr>
            <a:lvl9pPr algn="l">
              <a:defRPr sz="1800" b="1">
                <a:solidFill>
                  <a:srgbClr val="F7F4ED"/>
                </a:solidFill>
                <a:latin typeface="Arial"/>
                <a:ea typeface="Arial"/>
                <a:cs typeface="Arial"/>
              </a:defRPr>
            </a:lvl9pPr>
          </a:lstStyle>
          <a:p>
            <a:pPr algn="l">
              <a:defRPr sz="1800" b="1">
                <a:solidFill>
                  <a:srgbClr val="F7F4ED"/>
                </a:solidFill>
                <a:latin typeface="Arial"/>
                <a:ea typeface="Arial"/>
                <a:cs typeface="Arial"/>
              </a:defRPr>
            </a:pPr>
            <a:r>
              <a:rPr sz="1800" b="1" dirty="0">
                <a:solidFill>
                  <a:schemeClr val="bg2">
                    <a:lumMod val="25000"/>
                  </a:schemeClr>
                </a:solidFill>
                <a:latin typeface="Arial"/>
                <a:ea typeface="Arial"/>
                <a:cs typeface="Arial"/>
              </a:rPr>
              <a:t>Price, consent and major architecture stay with their owners.</a:t>
            </a:r>
          </a:p>
        </p:txBody>
      </p:sp>
    </p:spTree>
    <p:extLst>
      <p:ext uri="{BB962C8B-B14F-4D97-AF65-F5344CB8AC3E}">
        <p14:creationId xmlns:p14="http://schemas.microsoft.com/office/powerpoint/2010/main" val="582695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visual-158">
            <a:extLst>
              <a:ext uri="{FF2B5EF4-FFF2-40B4-BE49-F238E27FC236}">
                <a16:creationId xmlns:a16="http://schemas.microsoft.com/office/drawing/2014/main" id="{877B2369-204E-4699-90B3-8C995AD4C2C5}"/>
              </a:ext>
            </a:extLst>
          </p:cNvPr>
          <p:cNvSpPr>
            <a:spLocks noGrp="1"/>
          </p:cNvSpPr>
          <p:nvPr/>
        </p:nvSpPr>
        <p:spPr>
          <a:xfrm>
            <a:off x="0" y="0"/>
            <a:ext cx="133350" cy="6858000"/>
          </a:xfrm>
          <a:prstGeom prst="rect">
            <a:avLst/>
          </a:prstGeom>
          <a:solidFill>
            <a:srgbClr val="147D80"/>
          </a:solidFill>
          <a:ln w="0">
            <a:noFill/>
            <a:prstDash val="solid"/>
          </a:ln>
        </p:spPr>
      </p:sp>
      <p:sp>
        <p:nvSpPr>
          <p:cNvPr id="2" name="visual-159">
            <a:extLst>
              <a:ext uri="{FF2B5EF4-FFF2-40B4-BE49-F238E27FC236}">
                <a16:creationId xmlns:a16="http://schemas.microsoft.com/office/drawing/2014/main" id="{A13E4323-EF07-4B74-8733-CD383E3F2467}"/>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132F3B"/>
                </a:solidFill>
                <a:latin typeface="Arial"/>
                <a:ea typeface="Arial"/>
                <a:cs typeface="Arial"/>
              </a:defRPr>
            </a:defPPr>
            <a:lvl1pPr algn="l">
              <a:defRPr sz="3300" b="1">
                <a:solidFill>
                  <a:srgbClr val="132F3B"/>
                </a:solidFill>
                <a:latin typeface="Arial"/>
                <a:ea typeface="Arial"/>
                <a:cs typeface="Arial"/>
              </a:defRPr>
            </a:lvl1pPr>
            <a:lvl2pPr algn="l">
              <a:defRPr sz="3300" b="1">
                <a:solidFill>
                  <a:srgbClr val="132F3B"/>
                </a:solidFill>
                <a:latin typeface="Arial"/>
                <a:ea typeface="Arial"/>
                <a:cs typeface="Arial"/>
              </a:defRPr>
            </a:lvl2pPr>
            <a:lvl3pPr algn="l">
              <a:defRPr sz="3300" b="1">
                <a:solidFill>
                  <a:srgbClr val="132F3B"/>
                </a:solidFill>
                <a:latin typeface="Arial"/>
                <a:ea typeface="Arial"/>
                <a:cs typeface="Arial"/>
              </a:defRPr>
            </a:lvl3pPr>
            <a:lvl4pPr algn="l">
              <a:defRPr sz="3300" b="1">
                <a:solidFill>
                  <a:srgbClr val="132F3B"/>
                </a:solidFill>
                <a:latin typeface="Arial"/>
                <a:ea typeface="Arial"/>
                <a:cs typeface="Arial"/>
              </a:defRPr>
            </a:lvl4pPr>
            <a:lvl5pPr algn="l">
              <a:defRPr sz="3300" b="1">
                <a:solidFill>
                  <a:srgbClr val="132F3B"/>
                </a:solidFill>
                <a:latin typeface="Arial"/>
                <a:ea typeface="Arial"/>
                <a:cs typeface="Arial"/>
              </a:defRPr>
            </a:lvl5pPr>
            <a:lvl6pPr algn="l">
              <a:defRPr sz="3300" b="1">
                <a:solidFill>
                  <a:srgbClr val="132F3B"/>
                </a:solidFill>
                <a:latin typeface="Arial"/>
                <a:ea typeface="Arial"/>
                <a:cs typeface="Arial"/>
              </a:defRPr>
            </a:lvl6pPr>
            <a:lvl7pPr algn="l">
              <a:defRPr sz="3300" b="1">
                <a:solidFill>
                  <a:srgbClr val="132F3B"/>
                </a:solidFill>
                <a:latin typeface="Arial"/>
                <a:ea typeface="Arial"/>
                <a:cs typeface="Arial"/>
              </a:defRPr>
            </a:lvl7pPr>
            <a:lvl8pPr algn="l">
              <a:defRPr sz="3300" b="1">
                <a:solidFill>
                  <a:srgbClr val="132F3B"/>
                </a:solidFill>
                <a:latin typeface="Arial"/>
                <a:ea typeface="Arial"/>
                <a:cs typeface="Arial"/>
              </a:defRPr>
            </a:lvl8pPr>
            <a:lvl9pPr algn="l">
              <a:defRPr sz="3300" b="1">
                <a:solidFill>
                  <a:srgbClr val="132F3B"/>
                </a:solidFill>
                <a:latin typeface="Arial"/>
                <a:ea typeface="Arial"/>
                <a:cs typeface="Arial"/>
              </a:defRPr>
            </a:lvl9pPr>
          </a:lstStyle>
          <a:p>
            <a:pPr algn="l">
              <a:defRPr sz="3300" b="1">
                <a:solidFill>
                  <a:srgbClr val="132F3B"/>
                </a:solidFill>
                <a:latin typeface="Arial"/>
                <a:ea typeface="Arial"/>
                <a:cs typeface="Arial"/>
              </a:defRPr>
            </a:pPr>
            <a:r>
              <a:rPr sz="3300" b="1">
                <a:solidFill>
                  <a:srgbClr val="132F3B"/>
                </a:solidFill>
                <a:latin typeface="Arial"/>
                <a:ea typeface="Arial"/>
                <a:cs typeface="Arial"/>
              </a:rPr>
              <a:t>Platform and Software Engineer</a:t>
            </a:r>
          </a:p>
        </p:txBody>
      </p:sp>
      <p:sp>
        <p:nvSpPr>
          <p:cNvPr id="3" name="visual-160">
            <a:extLst>
              <a:ext uri="{FF2B5EF4-FFF2-40B4-BE49-F238E27FC236}">
                <a16:creationId xmlns:a16="http://schemas.microsoft.com/office/drawing/2014/main" id="{442D66CA-FE0A-44C8-9B75-3EB4ECA0388A}"/>
              </a:ext>
            </a:extLst>
          </p:cNvPr>
          <p:cNvSpPr>
            <a:spLocks noGrp="1"/>
          </p:cNvSpPr>
          <p:nvPr/>
        </p:nvSpPr>
        <p:spPr>
          <a:xfrm>
            <a:off x="571500" y="1304925"/>
            <a:ext cx="11001375" cy="495300"/>
          </a:xfrm>
          <a:prstGeom prst="rect">
            <a:avLst/>
          </a:prstGeom>
          <a:noFill/>
          <a:ln w="0">
            <a:noFill/>
            <a:prstDash val="solid"/>
          </a:ln>
        </p:spPr>
        <p:txBody>
          <a:bodyPr lIns="0" tIns="0" rIns="0" bIns="0" anchor="ctr"/>
          <a:lstStyle>
            <a:defPPr algn="l">
              <a:defRPr sz="1800" b="0">
                <a:solidFill>
                  <a:srgbClr val="526770"/>
                </a:solidFill>
                <a:latin typeface="Arial"/>
                <a:ea typeface="Arial"/>
                <a:cs typeface="Arial"/>
              </a:defRPr>
            </a:defPPr>
            <a:lvl1pPr algn="l">
              <a:defRPr sz="1800" b="0">
                <a:solidFill>
                  <a:srgbClr val="526770"/>
                </a:solidFill>
                <a:latin typeface="Arial"/>
                <a:ea typeface="Arial"/>
                <a:cs typeface="Arial"/>
              </a:defRPr>
            </a:lvl1pPr>
            <a:lvl2pPr algn="l">
              <a:defRPr sz="1800" b="0">
                <a:solidFill>
                  <a:srgbClr val="526770"/>
                </a:solidFill>
                <a:latin typeface="Arial"/>
                <a:ea typeface="Arial"/>
                <a:cs typeface="Arial"/>
              </a:defRPr>
            </a:lvl2pPr>
            <a:lvl3pPr algn="l">
              <a:defRPr sz="1800" b="0">
                <a:solidFill>
                  <a:srgbClr val="526770"/>
                </a:solidFill>
                <a:latin typeface="Arial"/>
                <a:ea typeface="Arial"/>
                <a:cs typeface="Arial"/>
              </a:defRPr>
            </a:lvl3pPr>
            <a:lvl4pPr algn="l">
              <a:defRPr sz="1800" b="0">
                <a:solidFill>
                  <a:srgbClr val="526770"/>
                </a:solidFill>
                <a:latin typeface="Arial"/>
                <a:ea typeface="Arial"/>
                <a:cs typeface="Arial"/>
              </a:defRPr>
            </a:lvl4pPr>
            <a:lvl5pPr algn="l">
              <a:defRPr sz="1800" b="0">
                <a:solidFill>
                  <a:srgbClr val="526770"/>
                </a:solidFill>
                <a:latin typeface="Arial"/>
                <a:ea typeface="Arial"/>
                <a:cs typeface="Arial"/>
              </a:defRPr>
            </a:lvl5pPr>
            <a:lvl6pPr algn="l">
              <a:defRPr sz="1800" b="0">
                <a:solidFill>
                  <a:srgbClr val="526770"/>
                </a:solidFill>
                <a:latin typeface="Arial"/>
                <a:ea typeface="Arial"/>
                <a:cs typeface="Arial"/>
              </a:defRPr>
            </a:lvl6pPr>
            <a:lvl7pPr algn="l">
              <a:defRPr sz="1800" b="0">
                <a:solidFill>
                  <a:srgbClr val="526770"/>
                </a:solidFill>
                <a:latin typeface="Arial"/>
                <a:ea typeface="Arial"/>
                <a:cs typeface="Arial"/>
              </a:defRPr>
            </a:lvl7pPr>
            <a:lvl8pPr algn="l">
              <a:defRPr sz="1800" b="0">
                <a:solidFill>
                  <a:srgbClr val="526770"/>
                </a:solidFill>
                <a:latin typeface="Arial"/>
                <a:ea typeface="Arial"/>
                <a:cs typeface="Arial"/>
              </a:defRPr>
            </a:lvl8pPr>
            <a:lvl9pPr algn="l">
              <a:defRPr sz="1800" b="0">
                <a:solidFill>
                  <a:srgbClr val="526770"/>
                </a:solidFill>
                <a:latin typeface="Arial"/>
                <a:ea typeface="Arial"/>
                <a:cs typeface="Arial"/>
              </a:defRPr>
            </a:lvl9pPr>
          </a:lstStyle>
          <a:p>
            <a:pPr algn="l">
              <a:defRPr sz="1800" b="0">
                <a:solidFill>
                  <a:srgbClr val="526770"/>
                </a:solidFill>
                <a:latin typeface="Arial"/>
                <a:ea typeface="Arial"/>
                <a:cs typeface="Arial"/>
              </a:defRPr>
            </a:pPr>
            <a:r>
              <a:rPr sz="1800" b="0">
                <a:solidFill>
                  <a:srgbClr val="526770"/>
                </a:solidFill>
                <a:latin typeface="Arial"/>
                <a:ea typeface="Arial"/>
                <a:cs typeface="Arial"/>
              </a:rPr>
              <a:t>Working software that protects existing service</a:t>
            </a:r>
          </a:p>
        </p:txBody>
      </p:sp>
      <p:sp>
        <p:nvSpPr>
          <p:cNvPr id="4" name="visual-161">
            <a:extLst>
              <a:ext uri="{FF2B5EF4-FFF2-40B4-BE49-F238E27FC236}">
                <a16:creationId xmlns:a16="http://schemas.microsoft.com/office/drawing/2014/main" id="{B7AD9DE5-1C3B-4E57-8D0B-8B0A95B511A9}"/>
              </a:ext>
            </a:extLst>
          </p:cNvPr>
          <p:cNvSpPr>
            <a:spLocks noGrp="1"/>
          </p:cNvSpPr>
          <p:nvPr/>
        </p:nvSpPr>
        <p:spPr>
          <a:xfrm>
            <a:off x="571500" y="5772150"/>
            <a:ext cx="11001375" cy="19050"/>
          </a:xfrm>
          <a:prstGeom prst="rect">
            <a:avLst/>
          </a:prstGeom>
          <a:solidFill>
            <a:srgbClr val="C6D3D2"/>
          </a:solidFill>
          <a:ln w="0">
            <a:noFill/>
            <a:prstDash val="solid"/>
          </a:ln>
        </p:spPr>
      </p:sp>
      <p:sp>
        <p:nvSpPr>
          <p:cNvPr id="5" name="visual-162">
            <a:extLst>
              <a:ext uri="{FF2B5EF4-FFF2-40B4-BE49-F238E27FC236}">
                <a16:creationId xmlns:a16="http://schemas.microsoft.com/office/drawing/2014/main" id="{142BA0E7-3068-49A7-A09C-434DAC67BB53}"/>
              </a:ext>
            </a:extLst>
          </p:cNvPr>
          <p:cNvSpPr>
            <a:spLocks noGrp="1"/>
          </p:cNvSpPr>
          <p:nvPr/>
        </p:nvSpPr>
        <p:spPr>
          <a:xfrm>
            <a:off x="571500" y="5895975"/>
            <a:ext cx="11001375" cy="485775"/>
          </a:xfrm>
          <a:prstGeom prst="rect">
            <a:avLst/>
          </a:prstGeom>
          <a:noFill/>
          <a:ln w="0">
            <a:noFill/>
            <a:prstDash val="solid"/>
          </a:ln>
        </p:spPr>
        <p:txBody>
          <a:bodyPr lIns="0" tIns="0" rIns="0" bIns="0" anchor="ctr"/>
          <a:lstStyle>
            <a:defPPr algn="l">
              <a:defRPr sz="1950" b="1">
                <a:solidFill>
                  <a:srgbClr val="147D80"/>
                </a:solidFill>
                <a:latin typeface="Arial"/>
                <a:ea typeface="Arial"/>
                <a:cs typeface="Arial"/>
              </a:defRPr>
            </a:defPPr>
            <a:lvl1pPr algn="l">
              <a:defRPr sz="1950" b="1">
                <a:solidFill>
                  <a:srgbClr val="147D80"/>
                </a:solidFill>
                <a:latin typeface="Arial"/>
                <a:ea typeface="Arial"/>
                <a:cs typeface="Arial"/>
              </a:defRPr>
            </a:lvl1pPr>
            <a:lvl2pPr algn="l">
              <a:defRPr sz="1950" b="1">
                <a:solidFill>
                  <a:srgbClr val="147D80"/>
                </a:solidFill>
                <a:latin typeface="Arial"/>
                <a:ea typeface="Arial"/>
                <a:cs typeface="Arial"/>
              </a:defRPr>
            </a:lvl2pPr>
            <a:lvl3pPr algn="l">
              <a:defRPr sz="1950" b="1">
                <a:solidFill>
                  <a:srgbClr val="147D80"/>
                </a:solidFill>
                <a:latin typeface="Arial"/>
                <a:ea typeface="Arial"/>
                <a:cs typeface="Arial"/>
              </a:defRPr>
            </a:lvl3pPr>
            <a:lvl4pPr algn="l">
              <a:defRPr sz="1950" b="1">
                <a:solidFill>
                  <a:srgbClr val="147D80"/>
                </a:solidFill>
                <a:latin typeface="Arial"/>
                <a:ea typeface="Arial"/>
                <a:cs typeface="Arial"/>
              </a:defRPr>
            </a:lvl4pPr>
            <a:lvl5pPr algn="l">
              <a:defRPr sz="1950" b="1">
                <a:solidFill>
                  <a:srgbClr val="147D80"/>
                </a:solidFill>
                <a:latin typeface="Arial"/>
                <a:ea typeface="Arial"/>
                <a:cs typeface="Arial"/>
              </a:defRPr>
            </a:lvl5pPr>
            <a:lvl6pPr algn="l">
              <a:defRPr sz="1950" b="1">
                <a:solidFill>
                  <a:srgbClr val="147D80"/>
                </a:solidFill>
                <a:latin typeface="Arial"/>
                <a:ea typeface="Arial"/>
                <a:cs typeface="Arial"/>
              </a:defRPr>
            </a:lvl6pPr>
            <a:lvl7pPr algn="l">
              <a:defRPr sz="1950" b="1">
                <a:solidFill>
                  <a:srgbClr val="147D80"/>
                </a:solidFill>
                <a:latin typeface="Arial"/>
                <a:ea typeface="Arial"/>
                <a:cs typeface="Arial"/>
              </a:defRPr>
            </a:lvl7pPr>
            <a:lvl8pPr algn="l">
              <a:defRPr sz="1950" b="1">
                <a:solidFill>
                  <a:srgbClr val="147D80"/>
                </a:solidFill>
                <a:latin typeface="Arial"/>
                <a:ea typeface="Arial"/>
                <a:cs typeface="Arial"/>
              </a:defRPr>
            </a:lvl8pPr>
            <a:lvl9pPr algn="l">
              <a:defRPr sz="1950" b="1">
                <a:solidFill>
                  <a:srgbClr val="147D80"/>
                </a:solidFill>
                <a:latin typeface="Arial"/>
                <a:ea typeface="Arial"/>
                <a:cs typeface="Arial"/>
              </a:defRPr>
            </a:lvl9pPr>
          </a:lstStyle>
          <a:p>
            <a:pPr algn="l">
              <a:defRPr sz="1950" b="1">
                <a:solidFill>
                  <a:srgbClr val="147D80"/>
                </a:solidFill>
                <a:latin typeface="Arial"/>
                <a:ea typeface="Arial"/>
                <a:cs typeface="Arial"/>
              </a:defRPr>
            </a:pPr>
            <a:r>
              <a:rPr sz="1950" b="1">
                <a:solidFill>
                  <a:srgbClr val="147D80"/>
                </a:solidFill>
                <a:latin typeface="Arial"/>
                <a:ea typeface="Arial"/>
                <a:cs typeface="Arial"/>
              </a:rPr>
              <a:t>Tested changes and a dependable handover.</a:t>
            </a:r>
          </a:p>
        </p:txBody>
      </p:sp>
      <p:sp>
        <p:nvSpPr>
          <p:cNvPr id="6" name="visual-163">
            <a:extLst>
              <a:ext uri="{FF2B5EF4-FFF2-40B4-BE49-F238E27FC236}">
                <a16:creationId xmlns:a16="http://schemas.microsoft.com/office/drawing/2014/main" id="{CA27EFA8-FB77-468F-A9ED-71A8EE175DF4}"/>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526770"/>
                </a:solidFill>
                <a:latin typeface="Arial"/>
                <a:ea typeface="Arial"/>
                <a:cs typeface="Arial"/>
              </a:defRPr>
            </a:defPPr>
            <a:lvl1pPr algn="r">
              <a:defRPr sz="1200" b="0">
                <a:solidFill>
                  <a:srgbClr val="526770"/>
                </a:solidFill>
                <a:latin typeface="Arial"/>
                <a:ea typeface="Arial"/>
                <a:cs typeface="Arial"/>
              </a:defRPr>
            </a:lvl1pPr>
            <a:lvl2pPr algn="r">
              <a:defRPr sz="1200" b="0">
                <a:solidFill>
                  <a:srgbClr val="526770"/>
                </a:solidFill>
                <a:latin typeface="Arial"/>
                <a:ea typeface="Arial"/>
                <a:cs typeface="Arial"/>
              </a:defRPr>
            </a:lvl2pPr>
            <a:lvl3pPr algn="r">
              <a:defRPr sz="1200" b="0">
                <a:solidFill>
                  <a:srgbClr val="526770"/>
                </a:solidFill>
                <a:latin typeface="Arial"/>
                <a:ea typeface="Arial"/>
                <a:cs typeface="Arial"/>
              </a:defRPr>
            </a:lvl3pPr>
            <a:lvl4pPr algn="r">
              <a:defRPr sz="1200" b="0">
                <a:solidFill>
                  <a:srgbClr val="526770"/>
                </a:solidFill>
                <a:latin typeface="Arial"/>
                <a:ea typeface="Arial"/>
                <a:cs typeface="Arial"/>
              </a:defRPr>
            </a:lvl4pPr>
            <a:lvl5pPr algn="r">
              <a:defRPr sz="1200" b="0">
                <a:solidFill>
                  <a:srgbClr val="526770"/>
                </a:solidFill>
                <a:latin typeface="Arial"/>
                <a:ea typeface="Arial"/>
                <a:cs typeface="Arial"/>
              </a:defRPr>
            </a:lvl5pPr>
            <a:lvl6pPr algn="r">
              <a:defRPr sz="1200" b="0">
                <a:solidFill>
                  <a:srgbClr val="526770"/>
                </a:solidFill>
                <a:latin typeface="Arial"/>
                <a:ea typeface="Arial"/>
                <a:cs typeface="Arial"/>
              </a:defRPr>
            </a:lvl6pPr>
            <a:lvl7pPr algn="r">
              <a:defRPr sz="1200" b="0">
                <a:solidFill>
                  <a:srgbClr val="526770"/>
                </a:solidFill>
                <a:latin typeface="Arial"/>
                <a:ea typeface="Arial"/>
                <a:cs typeface="Arial"/>
              </a:defRPr>
            </a:lvl7pPr>
            <a:lvl8pPr algn="r">
              <a:defRPr sz="1200" b="0">
                <a:solidFill>
                  <a:srgbClr val="526770"/>
                </a:solidFill>
                <a:latin typeface="Arial"/>
                <a:ea typeface="Arial"/>
                <a:cs typeface="Arial"/>
              </a:defRPr>
            </a:lvl8pPr>
            <a:lvl9pPr algn="r">
              <a:defRPr sz="1200" b="0">
                <a:solidFill>
                  <a:srgbClr val="526770"/>
                </a:solidFill>
                <a:latin typeface="Arial"/>
                <a:ea typeface="Arial"/>
                <a:cs typeface="Arial"/>
              </a:defRPr>
            </a:lvl9pPr>
          </a:lstStyle>
          <a:p>
            <a:pPr algn="r">
              <a:defRPr sz="1200" b="0">
                <a:solidFill>
                  <a:srgbClr val="526770"/>
                </a:solidFill>
                <a:latin typeface="Arial"/>
                <a:ea typeface="Arial"/>
                <a:cs typeface="Arial"/>
              </a:defRPr>
            </a:pPr>
            <a:r>
              <a:rPr sz="1200" b="0" dirty="0">
                <a:solidFill>
                  <a:srgbClr val="526770"/>
                </a:solidFill>
                <a:latin typeface="Arial"/>
                <a:ea typeface="Arial"/>
                <a:cs typeface="Arial"/>
              </a:rPr>
              <a:t> 12 / 17</a:t>
            </a:r>
          </a:p>
        </p:txBody>
      </p:sp>
      <p:sp>
        <p:nvSpPr>
          <p:cNvPr id="7" name="visual-164">
            <a:extLst>
              <a:ext uri="{FF2B5EF4-FFF2-40B4-BE49-F238E27FC236}">
                <a16:creationId xmlns:a16="http://schemas.microsoft.com/office/drawing/2014/main" id="{C7ECC332-1019-4C39-BD54-99D9B7472B88}"/>
              </a:ext>
            </a:extLst>
          </p:cNvPr>
          <p:cNvSpPr>
            <a:spLocks noGrp="1"/>
          </p:cNvSpPr>
          <p:nvPr/>
        </p:nvSpPr>
        <p:spPr>
          <a:xfrm>
            <a:off x="571500" y="1971675"/>
            <a:ext cx="2762250" cy="1190625"/>
          </a:xfrm>
          <a:prstGeom prst="rect">
            <a:avLst/>
          </a:prstGeom>
          <a:noFill/>
          <a:ln w="0">
            <a:noFill/>
            <a:prstDash val="solid"/>
          </a:ln>
        </p:spPr>
        <p:txBody>
          <a:bodyPr lIns="0" tIns="0" rIns="0" bIns="0" anchor="ctr"/>
          <a:lstStyle>
            <a:defPPr algn="l">
              <a:defRPr sz="7725" b="1">
                <a:solidFill>
                  <a:srgbClr val="147D80"/>
                </a:solidFill>
                <a:latin typeface="Arial"/>
                <a:ea typeface="Arial"/>
                <a:cs typeface="Arial"/>
              </a:defRPr>
            </a:defPPr>
            <a:lvl1pPr algn="l">
              <a:defRPr sz="7725" b="1">
                <a:solidFill>
                  <a:srgbClr val="147D80"/>
                </a:solidFill>
                <a:latin typeface="Arial"/>
                <a:ea typeface="Arial"/>
                <a:cs typeface="Arial"/>
              </a:defRPr>
            </a:lvl1pPr>
            <a:lvl2pPr algn="l">
              <a:defRPr sz="7725" b="1">
                <a:solidFill>
                  <a:srgbClr val="147D80"/>
                </a:solidFill>
                <a:latin typeface="Arial"/>
                <a:ea typeface="Arial"/>
                <a:cs typeface="Arial"/>
              </a:defRPr>
            </a:lvl2pPr>
            <a:lvl3pPr algn="l">
              <a:defRPr sz="7725" b="1">
                <a:solidFill>
                  <a:srgbClr val="147D80"/>
                </a:solidFill>
                <a:latin typeface="Arial"/>
                <a:ea typeface="Arial"/>
                <a:cs typeface="Arial"/>
              </a:defRPr>
            </a:lvl3pPr>
            <a:lvl4pPr algn="l">
              <a:defRPr sz="7725" b="1">
                <a:solidFill>
                  <a:srgbClr val="147D80"/>
                </a:solidFill>
                <a:latin typeface="Arial"/>
                <a:ea typeface="Arial"/>
                <a:cs typeface="Arial"/>
              </a:defRPr>
            </a:lvl4pPr>
            <a:lvl5pPr algn="l">
              <a:defRPr sz="7725" b="1">
                <a:solidFill>
                  <a:srgbClr val="147D80"/>
                </a:solidFill>
                <a:latin typeface="Arial"/>
                <a:ea typeface="Arial"/>
                <a:cs typeface="Arial"/>
              </a:defRPr>
            </a:lvl5pPr>
            <a:lvl6pPr algn="l">
              <a:defRPr sz="7725" b="1">
                <a:solidFill>
                  <a:srgbClr val="147D80"/>
                </a:solidFill>
                <a:latin typeface="Arial"/>
                <a:ea typeface="Arial"/>
                <a:cs typeface="Arial"/>
              </a:defRPr>
            </a:lvl6pPr>
            <a:lvl7pPr algn="l">
              <a:defRPr sz="7725" b="1">
                <a:solidFill>
                  <a:srgbClr val="147D80"/>
                </a:solidFill>
                <a:latin typeface="Arial"/>
                <a:ea typeface="Arial"/>
                <a:cs typeface="Arial"/>
              </a:defRPr>
            </a:lvl7pPr>
            <a:lvl8pPr algn="l">
              <a:defRPr sz="7725" b="1">
                <a:solidFill>
                  <a:srgbClr val="147D80"/>
                </a:solidFill>
                <a:latin typeface="Arial"/>
                <a:ea typeface="Arial"/>
                <a:cs typeface="Arial"/>
              </a:defRPr>
            </a:lvl8pPr>
            <a:lvl9pPr algn="l">
              <a:defRPr sz="7725" b="1">
                <a:solidFill>
                  <a:srgbClr val="147D80"/>
                </a:solidFill>
                <a:latin typeface="Arial"/>
                <a:ea typeface="Arial"/>
                <a:cs typeface="Arial"/>
              </a:defRPr>
            </a:lvl9pPr>
          </a:lstStyle>
          <a:p>
            <a:pPr algn="l">
              <a:defRPr sz="7725" b="1">
                <a:solidFill>
                  <a:srgbClr val="147D80"/>
                </a:solidFill>
                <a:latin typeface="Arial"/>
                <a:ea typeface="Arial"/>
                <a:cs typeface="Arial"/>
              </a:defRPr>
            </a:pPr>
            <a:r>
              <a:rPr sz="7725" b="1">
                <a:solidFill>
                  <a:srgbClr val="147D80"/>
                </a:solidFill>
                <a:latin typeface="Arial"/>
                <a:ea typeface="Arial"/>
                <a:cs typeface="Arial"/>
              </a:rPr>
              <a:t>95</a:t>
            </a:r>
          </a:p>
        </p:txBody>
      </p:sp>
      <p:sp>
        <p:nvSpPr>
          <p:cNvPr id="8" name="visual-165">
            <a:extLst>
              <a:ext uri="{FF2B5EF4-FFF2-40B4-BE49-F238E27FC236}">
                <a16:creationId xmlns:a16="http://schemas.microsoft.com/office/drawing/2014/main" id="{A32D6B3C-429A-466D-BC78-F4E00C1FFAF9}"/>
              </a:ext>
            </a:extLst>
          </p:cNvPr>
          <p:cNvSpPr>
            <a:spLocks noGrp="1"/>
          </p:cNvSpPr>
          <p:nvPr/>
        </p:nvSpPr>
        <p:spPr>
          <a:xfrm>
            <a:off x="619125" y="3190875"/>
            <a:ext cx="2762250" cy="428625"/>
          </a:xfrm>
          <a:prstGeom prst="rect">
            <a:avLst/>
          </a:prstGeom>
          <a:noFill/>
          <a:ln w="0">
            <a:noFill/>
            <a:prstDash val="solid"/>
          </a:ln>
        </p:spPr>
        <p:txBody>
          <a:bodyPr lIns="0" tIns="0" rIns="0" bIns="0" anchor="ctr"/>
          <a:lstStyle>
            <a:defPPr algn="l">
              <a:defRPr sz="2175" b="1">
                <a:solidFill>
                  <a:srgbClr val="132F3B"/>
                </a:solidFill>
                <a:latin typeface="Arial"/>
                <a:ea typeface="Arial"/>
                <a:cs typeface="Arial"/>
              </a:defRPr>
            </a:defPPr>
            <a:lvl1pPr algn="l">
              <a:defRPr sz="2175" b="1">
                <a:solidFill>
                  <a:srgbClr val="132F3B"/>
                </a:solidFill>
                <a:latin typeface="Arial"/>
                <a:ea typeface="Arial"/>
                <a:cs typeface="Arial"/>
              </a:defRPr>
            </a:lvl1pPr>
            <a:lvl2pPr algn="l">
              <a:defRPr sz="2175" b="1">
                <a:solidFill>
                  <a:srgbClr val="132F3B"/>
                </a:solidFill>
                <a:latin typeface="Arial"/>
                <a:ea typeface="Arial"/>
                <a:cs typeface="Arial"/>
              </a:defRPr>
            </a:lvl2pPr>
            <a:lvl3pPr algn="l">
              <a:defRPr sz="2175" b="1">
                <a:solidFill>
                  <a:srgbClr val="132F3B"/>
                </a:solidFill>
                <a:latin typeface="Arial"/>
                <a:ea typeface="Arial"/>
                <a:cs typeface="Arial"/>
              </a:defRPr>
            </a:lvl3pPr>
            <a:lvl4pPr algn="l">
              <a:defRPr sz="2175" b="1">
                <a:solidFill>
                  <a:srgbClr val="132F3B"/>
                </a:solidFill>
                <a:latin typeface="Arial"/>
                <a:ea typeface="Arial"/>
                <a:cs typeface="Arial"/>
              </a:defRPr>
            </a:lvl4pPr>
            <a:lvl5pPr algn="l">
              <a:defRPr sz="2175" b="1">
                <a:solidFill>
                  <a:srgbClr val="132F3B"/>
                </a:solidFill>
                <a:latin typeface="Arial"/>
                <a:ea typeface="Arial"/>
                <a:cs typeface="Arial"/>
              </a:defRPr>
            </a:lvl5pPr>
            <a:lvl6pPr algn="l">
              <a:defRPr sz="2175" b="1">
                <a:solidFill>
                  <a:srgbClr val="132F3B"/>
                </a:solidFill>
                <a:latin typeface="Arial"/>
                <a:ea typeface="Arial"/>
                <a:cs typeface="Arial"/>
              </a:defRPr>
            </a:lvl6pPr>
            <a:lvl7pPr algn="l">
              <a:defRPr sz="2175" b="1">
                <a:solidFill>
                  <a:srgbClr val="132F3B"/>
                </a:solidFill>
                <a:latin typeface="Arial"/>
                <a:ea typeface="Arial"/>
                <a:cs typeface="Arial"/>
              </a:defRPr>
            </a:lvl7pPr>
            <a:lvl8pPr algn="l">
              <a:defRPr sz="2175" b="1">
                <a:solidFill>
                  <a:srgbClr val="132F3B"/>
                </a:solidFill>
                <a:latin typeface="Arial"/>
                <a:ea typeface="Arial"/>
                <a:cs typeface="Arial"/>
              </a:defRPr>
            </a:lvl8pPr>
            <a:lvl9pPr algn="l">
              <a:defRPr sz="2175" b="1">
                <a:solidFill>
                  <a:srgbClr val="132F3B"/>
                </a:solidFill>
                <a:latin typeface="Arial"/>
                <a:ea typeface="Arial"/>
                <a:cs typeface="Arial"/>
              </a:defRPr>
            </a:lvl9pPr>
          </a:lstStyle>
          <a:p>
            <a:pPr algn="l">
              <a:defRPr sz="2175" b="1">
                <a:solidFill>
                  <a:srgbClr val="132F3B"/>
                </a:solidFill>
                <a:latin typeface="Arial"/>
                <a:ea typeface="Arial"/>
                <a:cs typeface="Arial"/>
              </a:defRPr>
            </a:pPr>
            <a:r>
              <a:rPr sz="2175" b="1">
                <a:solidFill>
                  <a:srgbClr val="132F3B"/>
                </a:solidFill>
                <a:latin typeface="Arial"/>
                <a:ea typeface="Arial"/>
                <a:cs typeface="Arial"/>
              </a:rPr>
              <a:t>planned hires</a:t>
            </a:r>
          </a:p>
        </p:txBody>
      </p:sp>
      <p:sp>
        <p:nvSpPr>
          <p:cNvPr id="9" name="visual-166">
            <a:extLst>
              <a:ext uri="{FF2B5EF4-FFF2-40B4-BE49-F238E27FC236}">
                <a16:creationId xmlns:a16="http://schemas.microsoft.com/office/drawing/2014/main" id="{0B05579C-FAF8-41B6-ADA6-494EA9F7700C}"/>
              </a:ext>
            </a:extLst>
          </p:cNvPr>
          <p:cNvSpPr>
            <a:spLocks noGrp="1"/>
          </p:cNvSpPr>
          <p:nvPr/>
        </p:nvSpPr>
        <p:spPr>
          <a:xfrm>
            <a:off x="619125" y="3810000"/>
            <a:ext cx="2714625" cy="1200150"/>
          </a:xfrm>
          <a:prstGeom prst="rect">
            <a:avLst/>
          </a:prstGeom>
          <a:noFill/>
          <a:ln w="0">
            <a:noFill/>
            <a:prstDash val="solid"/>
          </a:ln>
        </p:spPr>
        <p:txBody>
          <a:bodyPr lIns="0" tIns="0" rIns="0" bIns="0" anchor="ctr"/>
          <a:lstStyle>
            <a:defPPr algn="l">
              <a:defRPr sz="2100" b="0">
                <a:solidFill>
                  <a:srgbClr val="526770"/>
                </a:solidFill>
                <a:latin typeface="Arial"/>
                <a:ea typeface="Arial"/>
                <a:cs typeface="Arial"/>
              </a:defRPr>
            </a:defPPr>
            <a:lvl1pPr algn="l">
              <a:defRPr sz="2100" b="0">
                <a:solidFill>
                  <a:srgbClr val="526770"/>
                </a:solidFill>
                <a:latin typeface="Arial"/>
                <a:ea typeface="Arial"/>
                <a:cs typeface="Arial"/>
              </a:defRPr>
            </a:lvl1pPr>
            <a:lvl2pPr algn="l">
              <a:defRPr sz="2100" b="0">
                <a:solidFill>
                  <a:srgbClr val="526770"/>
                </a:solidFill>
                <a:latin typeface="Arial"/>
                <a:ea typeface="Arial"/>
                <a:cs typeface="Arial"/>
              </a:defRPr>
            </a:lvl2pPr>
            <a:lvl3pPr algn="l">
              <a:defRPr sz="2100" b="0">
                <a:solidFill>
                  <a:srgbClr val="526770"/>
                </a:solidFill>
                <a:latin typeface="Arial"/>
                <a:ea typeface="Arial"/>
                <a:cs typeface="Arial"/>
              </a:defRPr>
            </a:lvl3pPr>
            <a:lvl4pPr algn="l">
              <a:defRPr sz="2100" b="0">
                <a:solidFill>
                  <a:srgbClr val="526770"/>
                </a:solidFill>
                <a:latin typeface="Arial"/>
                <a:ea typeface="Arial"/>
                <a:cs typeface="Arial"/>
              </a:defRPr>
            </a:lvl4pPr>
            <a:lvl5pPr algn="l">
              <a:defRPr sz="2100" b="0">
                <a:solidFill>
                  <a:srgbClr val="526770"/>
                </a:solidFill>
                <a:latin typeface="Arial"/>
                <a:ea typeface="Arial"/>
                <a:cs typeface="Arial"/>
              </a:defRPr>
            </a:lvl5pPr>
            <a:lvl6pPr algn="l">
              <a:defRPr sz="2100" b="0">
                <a:solidFill>
                  <a:srgbClr val="526770"/>
                </a:solidFill>
                <a:latin typeface="Arial"/>
                <a:ea typeface="Arial"/>
                <a:cs typeface="Arial"/>
              </a:defRPr>
            </a:lvl6pPr>
            <a:lvl7pPr algn="l">
              <a:defRPr sz="2100" b="0">
                <a:solidFill>
                  <a:srgbClr val="526770"/>
                </a:solidFill>
                <a:latin typeface="Arial"/>
                <a:ea typeface="Arial"/>
                <a:cs typeface="Arial"/>
              </a:defRPr>
            </a:lvl7pPr>
            <a:lvl8pPr algn="l">
              <a:defRPr sz="2100" b="0">
                <a:solidFill>
                  <a:srgbClr val="526770"/>
                </a:solidFill>
                <a:latin typeface="Arial"/>
                <a:ea typeface="Arial"/>
                <a:cs typeface="Arial"/>
              </a:defRPr>
            </a:lvl8pPr>
            <a:lvl9pPr algn="l">
              <a:defRPr sz="2100" b="0">
                <a:solidFill>
                  <a:srgbClr val="526770"/>
                </a:solidFill>
                <a:latin typeface="Arial"/>
                <a:ea typeface="Arial"/>
                <a:cs typeface="Arial"/>
              </a:defRPr>
            </a:lvl9pPr>
          </a:lstStyle>
          <a:p>
            <a:pPr algn="l">
              <a:defRPr sz="2100" b="0">
                <a:solidFill>
                  <a:srgbClr val="526770"/>
                </a:solidFill>
                <a:latin typeface="Arial"/>
                <a:ea typeface="Arial"/>
                <a:cs typeface="Arial"/>
              </a:defRPr>
            </a:pPr>
            <a:r>
              <a:rPr sz="2100" b="0">
                <a:solidFill>
                  <a:srgbClr val="526770"/>
                </a:solidFill>
                <a:latin typeface="Arial"/>
                <a:ea typeface="Arial"/>
                <a:cs typeface="Arial"/>
              </a:rPr>
              <a:t>Need 130</a:t>
            </a:r>
          </a:p>
          <a:p>
            <a:pPr algn="l">
              <a:defRPr sz="2100" b="0">
                <a:solidFill>
                  <a:srgbClr val="526770"/>
                </a:solidFill>
                <a:latin typeface="Arial"/>
                <a:ea typeface="Arial"/>
                <a:cs typeface="Arial"/>
              </a:defRPr>
            </a:pPr>
            <a:r>
              <a:rPr sz="2100" b="0">
                <a:solidFill>
                  <a:srgbClr val="526770"/>
                </a:solidFill>
                <a:latin typeface="Arial"/>
                <a:ea typeface="Arial"/>
                <a:cs typeface="Arial"/>
              </a:rPr>
              <a:t>Internal 20</a:t>
            </a:r>
          </a:p>
          <a:p>
            <a:pPr algn="l">
              <a:defRPr sz="2100" b="0">
                <a:solidFill>
                  <a:srgbClr val="526770"/>
                </a:solidFill>
                <a:latin typeface="Arial"/>
                <a:ea typeface="Arial"/>
                <a:cs typeface="Arial"/>
              </a:defRPr>
            </a:pPr>
            <a:r>
              <a:rPr sz="2100" b="0">
                <a:solidFill>
                  <a:srgbClr val="526770"/>
                </a:solidFill>
                <a:latin typeface="Arial"/>
                <a:ea typeface="Arial"/>
                <a:cs typeface="Arial"/>
              </a:rPr>
              <a:t>Vendor 20</a:t>
            </a:r>
          </a:p>
        </p:txBody>
      </p:sp>
      <p:sp>
        <p:nvSpPr>
          <p:cNvPr id="10" name="visual-167">
            <a:extLst>
              <a:ext uri="{FF2B5EF4-FFF2-40B4-BE49-F238E27FC236}">
                <a16:creationId xmlns:a16="http://schemas.microsoft.com/office/drawing/2014/main" id="{A9D5824C-F63D-4BBB-99BA-5E72D9A2070E}"/>
              </a:ext>
            </a:extLst>
          </p:cNvPr>
          <p:cNvSpPr>
            <a:spLocks noGrp="1"/>
          </p:cNvSpPr>
          <p:nvPr/>
        </p:nvSpPr>
        <p:spPr>
          <a:xfrm>
            <a:off x="4305300" y="2105025"/>
            <a:ext cx="552450" cy="552450"/>
          </a:xfrm>
          <a:prstGeom prst="ellipse">
            <a:avLst/>
          </a:prstGeom>
          <a:solidFill>
            <a:srgbClr val="147D80"/>
          </a:solidFill>
          <a:ln w="0">
            <a:noFill/>
            <a:prstDash val="solid"/>
          </a:ln>
        </p:spPr>
      </p:sp>
      <p:sp>
        <p:nvSpPr>
          <p:cNvPr id="11" name="visual-168">
            <a:extLst>
              <a:ext uri="{FF2B5EF4-FFF2-40B4-BE49-F238E27FC236}">
                <a16:creationId xmlns:a16="http://schemas.microsoft.com/office/drawing/2014/main" id="{9D750F1C-B224-48FF-942B-15F7A708892E}"/>
              </a:ext>
            </a:extLst>
          </p:cNvPr>
          <p:cNvSpPr>
            <a:spLocks noGrp="1"/>
          </p:cNvSpPr>
          <p:nvPr/>
        </p:nvSpPr>
        <p:spPr>
          <a:xfrm>
            <a:off x="4305300" y="2105025"/>
            <a:ext cx="552450" cy="552450"/>
          </a:xfrm>
          <a:prstGeom prst="rect">
            <a:avLst/>
          </a:prstGeom>
          <a:noFill/>
          <a:ln w="0">
            <a:noFill/>
            <a:prstDash val="solid"/>
          </a:ln>
        </p:spPr>
        <p:txBody>
          <a:bodyPr lIns="0" tIns="0" rIns="0" bIns="0" anchor="ctr"/>
          <a:lstStyle>
            <a:defPPr algn="ctr">
              <a:defRPr sz="2175" b="1">
                <a:solidFill>
                  <a:srgbClr val="FFFFFF"/>
                </a:solidFill>
                <a:latin typeface="Arial"/>
                <a:ea typeface="Arial"/>
                <a:cs typeface="Arial"/>
              </a:defRPr>
            </a:defPPr>
            <a:lvl1pPr algn="ctr">
              <a:defRPr sz="2175" b="1">
                <a:solidFill>
                  <a:srgbClr val="FFFFFF"/>
                </a:solidFill>
                <a:latin typeface="Arial"/>
                <a:ea typeface="Arial"/>
                <a:cs typeface="Arial"/>
              </a:defRPr>
            </a:lvl1pPr>
            <a:lvl2pPr algn="ctr">
              <a:defRPr sz="2175" b="1">
                <a:solidFill>
                  <a:srgbClr val="FFFFFF"/>
                </a:solidFill>
                <a:latin typeface="Arial"/>
                <a:ea typeface="Arial"/>
                <a:cs typeface="Arial"/>
              </a:defRPr>
            </a:lvl2pPr>
            <a:lvl3pPr algn="ctr">
              <a:defRPr sz="2175" b="1">
                <a:solidFill>
                  <a:srgbClr val="FFFFFF"/>
                </a:solidFill>
                <a:latin typeface="Arial"/>
                <a:ea typeface="Arial"/>
                <a:cs typeface="Arial"/>
              </a:defRPr>
            </a:lvl3pPr>
            <a:lvl4pPr algn="ctr">
              <a:defRPr sz="2175" b="1">
                <a:solidFill>
                  <a:srgbClr val="FFFFFF"/>
                </a:solidFill>
                <a:latin typeface="Arial"/>
                <a:ea typeface="Arial"/>
                <a:cs typeface="Arial"/>
              </a:defRPr>
            </a:lvl4pPr>
            <a:lvl5pPr algn="ctr">
              <a:defRPr sz="2175" b="1">
                <a:solidFill>
                  <a:srgbClr val="FFFFFF"/>
                </a:solidFill>
                <a:latin typeface="Arial"/>
                <a:ea typeface="Arial"/>
                <a:cs typeface="Arial"/>
              </a:defRPr>
            </a:lvl5pPr>
            <a:lvl6pPr algn="ctr">
              <a:defRPr sz="2175" b="1">
                <a:solidFill>
                  <a:srgbClr val="FFFFFF"/>
                </a:solidFill>
                <a:latin typeface="Arial"/>
                <a:ea typeface="Arial"/>
                <a:cs typeface="Arial"/>
              </a:defRPr>
            </a:lvl6pPr>
            <a:lvl7pPr algn="ctr">
              <a:defRPr sz="2175" b="1">
                <a:solidFill>
                  <a:srgbClr val="FFFFFF"/>
                </a:solidFill>
                <a:latin typeface="Arial"/>
                <a:ea typeface="Arial"/>
                <a:cs typeface="Arial"/>
              </a:defRPr>
            </a:lvl7pPr>
            <a:lvl8pPr algn="ctr">
              <a:defRPr sz="2175" b="1">
                <a:solidFill>
                  <a:srgbClr val="FFFFFF"/>
                </a:solidFill>
                <a:latin typeface="Arial"/>
                <a:ea typeface="Arial"/>
                <a:cs typeface="Arial"/>
              </a:defRPr>
            </a:lvl8pPr>
            <a:lvl9pPr algn="ctr">
              <a:defRPr sz="2175" b="1">
                <a:solidFill>
                  <a:srgbClr val="FFFFFF"/>
                </a:solidFill>
                <a:latin typeface="Arial"/>
                <a:ea typeface="Arial"/>
                <a:cs typeface="Arial"/>
              </a:defRPr>
            </a:lvl9p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1</a:t>
            </a:r>
          </a:p>
        </p:txBody>
      </p:sp>
      <p:sp>
        <p:nvSpPr>
          <p:cNvPr id="12" name="visual-169">
            <a:extLst>
              <a:ext uri="{FF2B5EF4-FFF2-40B4-BE49-F238E27FC236}">
                <a16:creationId xmlns:a16="http://schemas.microsoft.com/office/drawing/2014/main" id="{CF90864C-BBEE-4EC5-9107-31E2A9950907}"/>
              </a:ext>
            </a:extLst>
          </p:cNvPr>
          <p:cNvSpPr>
            <a:spLocks noGrp="1"/>
          </p:cNvSpPr>
          <p:nvPr/>
        </p:nvSpPr>
        <p:spPr>
          <a:xfrm>
            <a:off x="4886325" y="2362200"/>
            <a:ext cx="2057400" cy="28575"/>
          </a:xfrm>
          <a:prstGeom prst="rect">
            <a:avLst/>
          </a:prstGeom>
          <a:solidFill>
            <a:srgbClr val="C6D3D2"/>
          </a:solidFill>
          <a:ln w="0">
            <a:noFill/>
            <a:prstDash val="solid"/>
          </a:ln>
        </p:spPr>
      </p:sp>
      <p:sp>
        <p:nvSpPr>
          <p:cNvPr id="13" name="visual-170">
            <a:extLst>
              <a:ext uri="{FF2B5EF4-FFF2-40B4-BE49-F238E27FC236}">
                <a16:creationId xmlns:a16="http://schemas.microsoft.com/office/drawing/2014/main" id="{3E0E54E6-32EA-4334-8659-796ACA33D97D}"/>
              </a:ext>
            </a:extLst>
          </p:cNvPr>
          <p:cNvSpPr>
            <a:spLocks noGrp="1"/>
          </p:cNvSpPr>
          <p:nvPr/>
        </p:nvSpPr>
        <p:spPr>
          <a:xfrm>
            <a:off x="3714750" y="2781300"/>
            <a:ext cx="2381250" cy="638175"/>
          </a:xfrm>
          <a:prstGeom prst="rect">
            <a:avLst/>
          </a:prstGeom>
          <a:noFill/>
          <a:ln w="0">
            <a:noFill/>
            <a:prstDash val="solid"/>
          </a:ln>
        </p:spPr>
        <p:txBody>
          <a:bodyPr lIns="0" tIns="0" rIns="0" bIns="0" anchor="ctr"/>
          <a:lstStyle>
            <a:defPPr algn="ctr">
              <a:defRPr sz="2175" b="1">
                <a:solidFill>
                  <a:srgbClr val="132F3B"/>
                </a:solidFill>
                <a:latin typeface="Arial"/>
                <a:ea typeface="Arial"/>
                <a:cs typeface="Arial"/>
              </a:defRPr>
            </a:defPPr>
            <a:lvl1pPr algn="ctr">
              <a:defRPr sz="2175" b="1">
                <a:solidFill>
                  <a:srgbClr val="132F3B"/>
                </a:solidFill>
                <a:latin typeface="Arial"/>
                <a:ea typeface="Arial"/>
                <a:cs typeface="Arial"/>
              </a:defRPr>
            </a:lvl1pPr>
            <a:lvl2pPr algn="ctr">
              <a:defRPr sz="2175" b="1">
                <a:solidFill>
                  <a:srgbClr val="132F3B"/>
                </a:solidFill>
                <a:latin typeface="Arial"/>
                <a:ea typeface="Arial"/>
                <a:cs typeface="Arial"/>
              </a:defRPr>
            </a:lvl2pPr>
            <a:lvl3pPr algn="ctr">
              <a:defRPr sz="2175" b="1">
                <a:solidFill>
                  <a:srgbClr val="132F3B"/>
                </a:solidFill>
                <a:latin typeface="Arial"/>
                <a:ea typeface="Arial"/>
                <a:cs typeface="Arial"/>
              </a:defRPr>
            </a:lvl3pPr>
            <a:lvl4pPr algn="ctr">
              <a:defRPr sz="2175" b="1">
                <a:solidFill>
                  <a:srgbClr val="132F3B"/>
                </a:solidFill>
                <a:latin typeface="Arial"/>
                <a:ea typeface="Arial"/>
                <a:cs typeface="Arial"/>
              </a:defRPr>
            </a:lvl4pPr>
            <a:lvl5pPr algn="ctr">
              <a:defRPr sz="2175" b="1">
                <a:solidFill>
                  <a:srgbClr val="132F3B"/>
                </a:solidFill>
                <a:latin typeface="Arial"/>
                <a:ea typeface="Arial"/>
                <a:cs typeface="Arial"/>
              </a:defRPr>
            </a:lvl5pPr>
            <a:lvl6pPr algn="ctr">
              <a:defRPr sz="2175" b="1">
                <a:solidFill>
                  <a:srgbClr val="132F3B"/>
                </a:solidFill>
                <a:latin typeface="Arial"/>
                <a:ea typeface="Arial"/>
                <a:cs typeface="Arial"/>
              </a:defRPr>
            </a:lvl6pPr>
            <a:lvl7pPr algn="ctr">
              <a:defRPr sz="2175" b="1">
                <a:solidFill>
                  <a:srgbClr val="132F3B"/>
                </a:solidFill>
                <a:latin typeface="Arial"/>
                <a:ea typeface="Arial"/>
                <a:cs typeface="Arial"/>
              </a:defRPr>
            </a:lvl7pPr>
            <a:lvl8pPr algn="ctr">
              <a:defRPr sz="2175" b="1">
                <a:solidFill>
                  <a:srgbClr val="132F3B"/>
                </a:solidFill>
                <a:latin typeface="Arial"/>
                <a:ea typeface="Arial"/>
                <a:cs typeface="Arial"/>
              </a:defRPr>
            </a:lvl8pPr>
            <a:lvl9pPr algn="ctr">
              <a:defRPr sz="2175" b="1">
                <a:solidFill>
                  <a:srgbClr val="132F3B"/>
                </a:solidFill>
                <a:latin typeface="Arial"/>
                <a:ea typeface="Arial"/>
                <a:cs typeface="Arial"/>
              </a:defRPr>
            </a:lvl9pPr>
          </a:lstStyle>
          <a:p>
            <a:pPr algn="ctr">
              <a:defRPr sz="2175" b="1">
                <a:solidFill>
                  <a:srgbClr val="132F3B"/>
                </a:solidFill>
                <a:latin typeface="Arial"/>
                <a:ea typeface="Arial"/>
                <a:cs typeface="Arial"/>
              </a:defRPr>
            </a:pPr>
            <a:r>
              <a:rPr sz="2175" b="1">
                <a:solidFill>
                  <a:srgbClr val="132F3B"/>
                </a:solidFill>
                <a:latin typeface="Arial"/>
                <a:ea typeface="Arial"/>
                <a:cs typeface="Arial"/>
              </a:rPr>
              <a:t>Build</a:t>
            </a:r>
          </a:p>
        </p:txBody>
      </p:sp>
      <p:sp>
        <p:nvSpPr>
          <p:cNvPr id="14" name="visual-171">
            <a:extLst>
              <a:ext uri="{FF2B5EF4-FFF2-40B4-BE49-F238E27FC236}">
                <a16:creationId xmlns:a16="http://schemas.microsoft.com/office/drawing/2014/main" id="{183243F9-56F0-4348-9061-D1A1EEA50A5C}"/>
              </a:ext>
            </a:extLst>
          </p:cNvPr>
          <p:cNvSpPr>
            <a:spLocks noGrp="1"/>
          </p:cNvSpPr>
          <p:nvPr/>
        </p:nvSpPr>
        <p:spPr>
          <a:xfrm>
            <a:off x="6972300" y="2105025"/>
            <a:ext cx="552450" cy="552450"/>
          </a:xfrm>
          <a:prstGeom prst="ellipse">
            <a:avLst/>
          </a:prstGeom>
          <a:solidFill>
            <a:srgbClr val="147D80"/>
          </a:solidFill>
          <a:ln w="0">
            <a:noFill/>
            <a:prstDash val="solid"/>
          </a:ln>
        </p:spPr>
      </p:sp>
      <p:sp>
        <p:nvSpPr>
          <p:cNvPr id="15" name="visual-172">
            <a:extLst>
              <a:ext uri="{FF2B5EF4-FFF2-40B4-BE49-F238E27FC236}">
                <a16:creationId xmlns:a16="http://schemas.microsoft.com/office/drawing/2014/main" id="{F605FE3C-5310-4F07-A1C3-FDC017C10DFE}"/>
              </a:ext>
            </a:extLst>
          </p:cNvPr>
          <p:cNvSpPr>
            <a:spLocks noGrp="1"/>
          </p:cNvSpPr>
          <p:nvPr/>
        </p:nvSpPr>
        <p:spPr>
          <a:xfrm>
            <a:off x="6972300" y="2105025"/>
            <a:ext cx="552450" cy="552450"/>
          </a:xfrm>
          <a:prstGeom prst="rect">
            <a:avLst/>
          </a:prstGeom>
          <a:noFill/>
          <a:ln w="0">
            <a:noFill/>
            <a:prstDash val="solid"/>
          </a:ln>
        </p:spPr>
        <p:txBody>
          <a:bodyPr lIns="0" tIns="0" rIns="0" bIns="0" anchor="ctr"/>
          <a:lstStyle>
            <a:defPPr algn="ctr">
              <a:defRPr sz="2175" b="1">
                <a:solidFill>
                  <a:srgbClr val="FFFFFF"/>
                </a:solidFill>
                <a:latin typeface="Arial"/>
                <a:ea typeface="Arial"/>
                <a:cs typeface="Arial"/>
              </a:defRPr>
            </a:defPPr>
            <a:lvl1pPr algn="ctr">
              <a:defRPr sz="2175" b="1">
                <a:solidFill>
                  <a:srgbClr val="FFFFFF"/>
                </a:solidFill>
                <a:latin typeface="Arial"/>
                <a:ea typeface="Arial"/>
                <a:cs typeface="Arial"/>
              </a:defRPr>
            </a:lvl1pPr>
            <a:lvl2pPr algn="ctr">
              <a:defRPr sz="2175" b="1">
                <a:solidFill>
                  <a:srgbClr val="FFFFFF"/>
                </a:solidFill>
                <a:latin typeface="Arial"/>
                <a:ea typeface="Arial"/>
                <a:cs typeface="Arial"/>
              </a:defRPr>
            </a:lvl2pPr>
            <a:lvl3pPr algn="ctr">
              <a:defRPr sz="2175" b="1">
                <a:solidFill>
                  <a:srgbClr val="FFFFFF"/>
                </a:solidFill>
                <a:latin typeface="Arial"/>
                <a:ea typeface="Arial"/>
                <a:cs typeface="Arial"/>
              </a:defRPr>
            </a:lvl3pPr>
            <a:lvl4pPr algn="ctr">
              <a:defRPr sz="2175" b="1">
                <a:solidFill>
                  <a:srgbClr val="FFFFFF"/>
                </a:solidFill>
                <a:latin typeface="Arial"/>
                <a:ea typeface="Arial"/>
                <a:cs typeface="Arial"/>
              </a:defRPr>
            </a:lvl4pPr>
            <a:lvl5pPr algn="ctr">
              <a:defRPr sz="2175" b="1">
                <a:solidFill>
                  <a:srgbClr val="FFFFFF"/>
                </a:solidFill>
                <a:latin typeface="Arial"/>
                <a:ea typeface="Arial"/>
                <a:cs typeface="Arial"/>
              </a:defRPr>
            </a:lvl5pPr>
            <a:lvl6pPr algn="ctr">
              <a:defRPr sz="2175" b="1">
                <a:solidFill>
                  <a:srgbClr val="FFFFFF"/>
                </a:solidFill>
                <a:latin typeface="Arial"/>
                <a:ea typeface="Arial"/>
                <a:cs typeface="Arial"/>
              </a:defRPr>
            </a:lvl6pPr>
            <a:lvl7pPr algn="ctr">
              <a:defRPr sz="2175" b="1">
                <a:solidFill>
                  <a:srgbClr val="FFFFFF"/>
                </a:solidFill>
                <a:latin typeface="Arial"/>
                <a:ea typeface="Arial"/>
                <a:cs typeface="Arial"/>
              </a:defRPr>
            </a:lvl7pPr>
            <a:lvl8pPr algn="ctr">
              <a:defRPr sz="2175" b="1">
                <a:solidFill>
                  <a:srgbClr val="FFFFFF"/>
                </a:solidFill>
                <a:latin typeface="Arial"/>
                <a:ea typeface="Arial"/>
                <a:cs typeface="Arial"/>
              </a:defRPr>
            </a:lvl8pPr>
            <a:lvl9pPr algn="ctr">
              <a:defRPr sz="2175" b="1">
                <a:solidFill>
                  <a:srgbClr val="FFFFFF"/>
                </a:solidFill>
                <a:latin typeface="Arial"/>
                <a:ea typeface="Arial"/>
                <a:cs typeface="Arial"/>
              </a:defRPr>
            </a:lvl9p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2</a:t>
            </a:r>
          </a:p>
        </p:txBody>
      </p:sp>
      <p:sp>
        <p:nvSpPr>
          <p:cNvPr id="16" name="visual-173">
            <a:extLst>
              <a:ext uri="{FF2B5EF4-FFF2-40B4-BE49-F238E27FC236}">
                <a16:creationId xmlns:a16="http://schemas.microsoft.com/office/drawing/2014/main" id="{0AC7AB48-D7AC-4865-9CF6-420D938ABC32}"/>
              </a:ext>
            </a:extLst>
          </p:cNvPr>
          <p:cNvSpPr>
            <a:spLocks noGrp="1"/>
          </p:cNvSpPr>
          <p:nvPr/>
        </p:nvSpPr>
        <p:spPr>
          <a:xfrm>
            <a:off x="7553325" y="2362200"/>
            <a:ext cx="2057400" cy="28575"/>
          </a:xfrm>
          <a:prstGeom prst="rect">
            <a:avLst/>
          </a:prstGeom>
          <a:solidFill>
            <a:srgbClr val="C6D3D2"/>
          </a:solidFill>
          <a:ln w="0">
            <a:noFill/>
            <a:prstDash val="solid"/>
          </a:ln>
        </p:spPr>
      </p:sp>
      <p:sp>
        <p:nvSpPr>
          <p:cNvPr id="17" name="visual-174">
            <a:extLst>
              <a:ext uri="{FF2B5EF4-FFF2-40B4-BE49-F238E27FC236}">
                <a16:creationId xmlns:a16="http://schemas.microsoft.com/office/drawing/2014/main" id="{47E9177F-A188-40BA-8558-51D63DC3D4D6}"/>
              </a:ext>
            </a:extLst>
          </p:cNvPr>
          <p:cNvSpPr>
            <a:spLocks noGrp="1"/>
          </p:cNvSpPr>
          <p:nvPr/>
        </p:nvSpPr>
        <p:spPr>
          <a:xfrm>
            <a:off x="6381750" y="2781300"/>
            <a:ext cx="2381250" cy="638175"/>
          </a:xfrm>
          <a:prstGeom prst="rect">
            <a:avLst/>
          </a:prstGeom>
          <a:noFill/>
          <a:ln w="0">
            <a:noFill/>
            <a:prstDash val="solid"/>
          </a:ln>
        </p:spPr>
        <p:txBody>
          <a:bodyPr lIns="0" tIns="0" rIns="0" bIns="0" anchor="ctr"/>
          <a:lstStyle>
            <a:defPPr algn="ctr">
              <a:defRPr sz="2175" b="1">
                <a:solidFill>
                  <a:srgbClr val="132F3B"/>
                </a:solidFill>
                <a:latin typeface="Arial"/>
                <a:ea typeface="Arial"/>
                <a:cs typeface="Arial"/>
              </a:defRPr>
            </a:defPPr>
            <a:lvl1pPr algn="ctr">
              <a:defRPr sz="2175" b="1">
                <a:solidFill>
                  <a:srgbClr val="132F3B"/>
                </a:solidFill>
                <a:latin typeface="Arial"/>
                <a:ea typeface="Arial"/>
                <a:cs typeface="Arial"/>
              </a:defRPr>
            </a:lvl1pPr>
            <a:lvl2pPr algn="ctr">
              <a:defRPr sz="2175" b="1">
                <a:solidFill>
                  <a:srgbClr val="132F3B"/>
                </a:solidFill>
                <a:latin typeface="Arial"/>
                <a:ea typeface="Arial"/>
                <a:cs typeface="Arial"/>
              </a:defRPr>
            </a:lvl2pPr>
            <a:lvl3pPr algn="ctr">
              <a:defRPr sz="2175" b="1">
                <a:solidFill>
                  <a:srgbClr val="132F3B"/>
                </a:solidFill>
                <a:latin typeface="Arial"/>
                <a:ea typeface="Arial"/>
                <a:cs typeface="Arial"/>
              </a:defRPr>
            </a:lvl3pPr>
            <a:lvl4pPr algn="ctr">
              <a:defRPr sz="2175" b="1">
                <a:solidFill>
                  <a:srgbClr val="132F3B"/>
                </a:solidFill>
                <a:latin typeface="Arial"/>
                <a:ea typeface="Arial"/>
                <a:cs typeface="Arial"/>
              </a:defRPr>
            </a:lvl4pPr>
            <a:lvl5pPr algn="ctr">
              <a:defRPr sz="2175" b="1">
                <a:solidFill>
                  <a:srgbClr val="132F3B"/>
                </a:solidFill>
                <a:latin typeface="Arial"/>
                <a:ea typeface="Arial"/>
                <a:cs typeface="Arial"/>
              </a:defRPr>
            </a:lvl5pPr>
            <a:lvl6pPr algn="ctr">
              <a:defRPr sz="2175" b="1">
                <a:solidFill>
                  <a:srgbClr val="132F3B"/>
                </a:solidFill>
                <a:latin typeface="Arial"/>
                <a:ea typeface="Arial"/>
                <a:cs typeface="Arial"/>
              </a:defRPr>
            </a:lvl6pPr>
            <a:lvl7pPr algn="ctr">
              <a:defRPr sz="2175" b="1">
                <a:solidFill>
                  <a:srgbClr val="132F3B"/>
                </a:solidFill>
                <a:latin typeface="Arial"/>
                <a:ea typeface="Arial"/>
                <a:cs typeface="Arial"/>
              </a:defRPr>
            </a:lvl7pPr>
            <a:lvl8pPr algn="ctr">
              <a:defRPr sz="2175" b="1">
                <a:solidFill>
                  <a:srgbClr val="132F3B"/>
                </a:solidFill>
                <a:latin typeface="Arial"/>
                <a:ea typeface="Arial"/>
                <a:cs typeface="Arial"/>
              </a:defRPr>
            </a:lvl8pPr>
            <a:lvl9pPr algn="ctr">
              <a:defRPr sz="2175" b="1">
                <a:solidFill>
                  <a:srgbClr val="132F3B"/>
                </a:solidFill>
                <a:latin typeface="Arial"/>
                <a:ea typeface="Arial"/>
                <a:cs typeface="Arial"/>
              </a:defRPr>
            </a:lvl9pPr>
          </a:lstStyle>
          <a:p>
            <a:pPr algn="ctr">
              <a:defRPr sz="2175" b="1">
                <a:solidFill>
                  <a:srgbClr val="132F3B"/>
                </a:solidFill>
                <a:latin typeface="Arial"/>
                <a:ea typeface="Arial"/>
                <a:cs typeface="Arial"/>
              </a:defRPr>
            </a:pPr>
            <a:r>
              <a:rPr sz="2175" b="1">
                <a:solidFill>
                  <a:srgbClr val="132F3B"/>
                </a:solidFill>
                <a:latin typeface="Arial"/>
                <a:ea typeface="Arial"/>
                <a:cs typeface="Arial"/>
              </a:rPr>
              <a:t>Test</a:t>
            </a:r>
          </a:p>
        </p:txBody>
      </p:sp>
      <p:sp>
        <p:nvSpPr>
          <p:cNvPr id="18" name="visual-175">
            <a:extLst>
              <a:ext uri="{FF2B5EF4-FFF2-40B4-BE49-F238E27FC236}">
                <a16:creationId xmlns:a16="http://schemas.microsoft.com/office/drawing/2014/main" id="{D188AE4C-3FB1-4A22-B10F-E7EAF2FE6391}"/>
              </a:ext>
            </a:extLst>
          </p:cNvPr>
          <p:cNvSpPr>
            <a:spLocks noGrp="1"/>
          </p:cNvSpPr>
          <p:nvPr/>
        </p:nvSpPr>
        <p:spPr>
          <a:xfrm>
            <a:off x="9639300" y="2105025"/>
            <a:ext cx="552450" cy="552450"/>
          </a:xfrm>
          <a:prstGeom prst="ellipse">
            <a:avLst/>
          </a:prstGeom>
          <a:solidFill>
            <a:srgbClr val="147D80"/>
          </a:solidFill>
          <a:ln w="0">
            <a:noFill/>
            <a:prstDash val="solid"/>
          </a:ln>
        </p:spPr>
      </p:sp>
      <p:sp>
        <p:nvSpPr>
          <p:cNvPr id="19" name="visual-176">
            <a:extLst>
              <a:ext uri="{FF2B5EF4-FFF2-40B4-BE49-F238E27FC236}">
                <a16:creationId xmlns:a16="http://schemas.microsoft.com/office/drawing/2014/main" id="{7BA50542-42A6-4F2A-8C94-143350731A33}"/>
              </a:ext>
            </a:extLst>
          </p:cNvPr>
          <p:cNvSpPr>
            <a:spLocks noGrp="1"/>
          </p:cNvSpPr>
          <p:nvPr/>
        </p:nvSpPr>
        <p:spPr>
          <a:xfrm>
            <a:off x="9639300" y="2105025"/>
            <a:ext cx="552450" cy="552450"/>
          </a:xfrm>
          <a:prstGeom prst="rect">
            <a:avLst/>
          </a:prstGeom>
          <a:noFill/>
          <a:ln w="0">
            <a:noFill/>
            <a:prstDash val="solid"/>
          </a:ln>
        </p:spPr>
        <p:txBody>
          <a:bodyPr lIns="0" tIns="0" rIns="0" bIns="0" anchor="ctr"/>
          <a:lstStyle>
            <a:defPPr algn="ctr">
              <a:defRPr sz="2175" b="1">
                <a:solidFill>
                  <a:srgbClr val="FFFFFF"/>
                </a:solidFill>
                <a:latin typeface="Arial"/>
                <a:ea typeface="Arial"/>
                <a:cs typeface="Arial"/>
              </a:defRPr>
            </a:defPPr>
            <a:lvl1pPr algn="ctr">
              <a:defRPr sz="2175" b="1">
                <a:solidFill>
                  <a:srgbClr val="FFFFFF"/>
                </a:solidFill>
                <a:latin typeface="Arial"/>
                <a:ea typeface="Arial"/>
                <a:cs typeface="Arial"/>
              </a:defRPr>
            </a:lvl1pPr>
            <a:lvl2pPr algn="ctr">
              <a:defRPr sz="2175" b="1">
                <a:solidFill>
                  <a:srgbClr val="FFFFFF"/>
                </a:solidFill>
                <a:latin typeface="Arial"/>
                <a:ea typeface="Arial"/>
                <a:cs typeface="Arial"/>
              </a:defRPr>
            </a:lvl2pPr>
            <a:lvl3pPr algn="ctr">
              <a:defRPr sz="2175" b="1">
                <a:solidFill>
                  <a:srgbClr val="FFFFFF"/>
                </a:solidFill>
                <a:latin typeface="Arial"/>
                <a:ea typeface="Arial"/>
                <a:cs typeface="Arial"/>
              </a:defRPr>
            </a:lvl3pPr>
            <a:lvl4pPr algn="ctr">
              <a:defRPr sz="2175" b="1">
                <a:solidFill>
                  <a:srgbClr val="FFFFFF"/>
                </a:solidFill>
                <a:latin typeface="Arial"/>
                <a:ea typeface="Arial"/>
                <a:cs typeface="Arial"/>
              </a:defRPr>
            </a:lvl4pPr>
            <a:lvl5pPr algn="ctr">
              <a:defRPr sz="2175" b="1">
                <a:solidFill>
                  <a:srgbClr val="FFFFFF"/>
                </a:solidFill>
                <a:latin typeface="Arial"/>
                <a:ea typeface="Arial"/>
                <a:cs typeface="Arial"/>
              </a:defRPr>
            </a:lvl5pPr>
            <a:lvl6pPr algn="ctr">
              <a:defRPr sz="2175" b="1">
                <a:solidFill>
                  <a:srgbClr val="FFFFFF"/>
                </a:solidFill>
                <a:latin typeface="Arial"/>
                <a:ea typeface="Arial"/>
                <a:cs typeface="Arial"/>
              </a:defRPr>
            </a:lvl6pPr>
            <a:lvl7pPr algn="ctr">
              <a:defRPr sz="2175" b="1">
                <a:solidFill>
                  <a:srgbClr val="FFFFFF"/>
                </a:solidFill>
                <a:latin typeface="Arial"/>
                <a:ea typeface="Arial"/>
                <a:cs typeface="Arial"/>
              </a:defRPr>
            </a:lvl7pPr>
            <a:lvl8pPr algn="ctr">
              <a:defRPr sz="2175" b="1">
                <a:solidFill>
                  <a:srgbClr val="FFFFFF"/>
                </a:solidFill>
                <a:latin typeface="Arial"/>
                <a:ea typeface="Arial"/>
                <a:cs typeface="Arial"/>
              </a:defRPr>
            </a:lvl8pPr>
            <a:lvl9pPr algn="ctr">
              <a:defRPr sz="2175" b="1">
                <a:solidFill>
                  <a:srgbClr val="FFFFFF"/>
                </a:solidFill>
                <a:latin typeface="Arial"/>
                <a:ea typeface="Arial"/>
                <a:cs typeface="Arial"/>
              </a:defRPr>
            </a:lvl9p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3</a:t>
            </a:r>
          </a:p>
        </p:txBody>
      </p:sp>
      <p:sp>
        <p:nvSpPr>
          <p:cNvPr id="20" name="visual-177">
            <a:extLst>
              <a:ext uri="{FF2B5EF4-FFF2-40B4-BE49-F238E27FC236}">
                <a16:creationId xmlns:a16="http://schemas.microsoft.com/office/drawing/2014/main" id="{AC21A72C-942F-4490-950D-4892E6902EAF}"/>
              </a:ext>
            </a:extLst>
          </p:cNvPr>
          <p:cNvSpPr>
            <a:spLocks noGrp="1"/>
          </p:cNvSpPr>
          <p:nvPr/>
        </p:nvSpPr>
        <p:spPr>
          <a:xfrm>
            <a:off x="9048750" y="2781300"/>
            <a:ext cx="2381250" cy="638175"/>
          </a:xfrm>
          <a:prstGeom prst="rect">
            <a:avLst/>
          </a:prstGeom>
          <a:noFill/>
          <a:ln w="0">
            <a:noFill/>
            <a:prstDash val="solid"/>
          </a:ln>
        </p:spPr>
        <p:txBody>
          <a:bodyPr lIns="0" tIns="0" rIns="0" bIns="0" anchor="ctr"/>
          <a:lstStyle>
            <a:defPPr algn="ctr">
              <a:defRPr sz="2175" b="1">
                <a:solidFill>
                  <a:srgbClr val="132F3B"/>
                </a:solidFill>
                <a:latin typeface="Arial"/>
                <a:ea typeface="Arial"/>
                <a:cs typeface="Arial"/>
              </a:defRPr>
            </a:defPPr>
            <a:lvl1pPr algn="ctr">
              <a:defRPr sz="2175" b="1">
                <a:solidFill>
                  <a:srgbClr val="132F3B"/>
                </a:solidFill>
                <a:latin typeface="Arial"/>
                <a:ea typeface="Arial"/>
                <a:cs typeface="Arial"/>
              </a:defRPr>
            </a:lvl1pPr>
            <a:lvl2pPr algn="ctr">
              <a:defRPr sz="2175" b="1">
                <a:solidFill>
                  <a:srgbClr val="132F3B"/>
                </a:solidFill>
                <a:latin typeface="Arial"/>
                <a:ea typeface="Arial"/>
                <a:cs typeface="Arial"/>
              </a:defRPr>
            </a:lvl2pPr>
            <a:lvl3pPr algn="ctr">
              <a:defRPr sz="2175" b="1">
                <a:solidFill>
                  <a:srgbClr val="132F3B"/>
                </a:solidFill>
                <a:latin typeface="Arial"/>
                <a:ea typeface="Arial"/>
                <a:cs typeface="Arial"/>
              </a:defRPr>
            </a:lvl3pPr>
            <a:lvl4pPr algn="ctr">
              <a:defRPr sz="2175" b="1">
                <a:solidFill>
                  <a:srgbClr val="132F3B"/>
                </a:solidFill>
                <a:latin typeface="Arial"/>
                <a:ea typeface="Arial"/>
                <a:cs typeface="Arial"/>
              </a:defRPr>
            </a:lvl4pPr>
            <a:lvl5pPr algn="ctr">
              <a:defRPr sz="2175" b="1">
                <a:solidFill>
                  <a:srgbClr val="132F3B"/>
                </a:solidFill>
                <a:latin typeface="Arial"/>
                <a:ea typeface="Arial"/>
                <a:cs typeface="Arial"/>
              </a:defRPr>
            </a:lvl5pPr>
            <a:lvl6pPr algn="ctr">
              <a:defRPr sz="2175" b="1">
                <a:solidFill>
                  <a:srgbClr val="132F3B"/>
                </a:solidFill>
                <a:latin typeface="Arial"/>
                <a:ea typeface="Arial"/>
                <a:cs typeface="Arial"/>
              </a:defRPr>
            </a:lvl6pPr>
            <a:lvl7pPr algn="ctr">
              <a:defRPr sz="2175" b="1">
                <a:solidFill>
                  <a:srgbClr val="132F3B"/>
                </a:solidFill>
                <a:latin typeface="Arial"/>
                <a:ea typeface="Arial"/>
                <a:cs typeface="Arial"/>
              </a:defRPr>
            </a:lvl7pPr>
            <a:lvl8pPr algn="ctr">
              <a:defRPr sz="2175" b="1">
                <a:solidFill>
                  <a:srgbClr val="132F3B"/>
                </a:solidFill>
                <a:latin typeface="Arial"/>
                <a:ea typeface="Arial"/>
                <a:cs typeface="Arial"/>
              </a:defRPr>
            </a:lvl8pPr>
            <a:lvl9pPr algn="ctr">
              <a:defRPr sz="2175" b="1">
                <a:solidFill>
                  <a:srgbClr val="132F3B"/>
                </a:solidFill>
                <a:latin typeface="Arial"/>
                <a:ea typeface="Arial"/>
                <a:cs typeface="Arial"/>
              </a:defRPr>
            </a:lvl9pPr>
          </a:lstStyle>
          <a:p>
            <a:pPr algn="ctr">
              <a:defRPr sz="2175" b="1">
                <a:solidFill>
                  <a:srgbClr val="132F3B"/>
                </a:solidFill>
                <a:latin typeface="Arial"/>
                <a:ea typeface="Arial"/>
                <a:cs typeface="Arial"/>
              </a:defRPr>
            </a:pPr>
            <a:r>
              <a:rPr sz="2175" b="1">
                <a:solidFill>
                  <a:srgbClr val="132F3B"/>
                </a:solidFill>
                <a:latin typeface="Arial"/>
                <a:ea typeface="Arial"/>
                <a:cs typeface="Arial"/>
              </a:rPr>
              <a:t>Release safely</a:t>
            </a:r>
          </a:p>
        </p:txBody>
      </p:sp>
      <p:sp>
        <p:nvSpPr>
          <p:cNvPr id="21" name="visual-178">
            <a:extLst>
              <a:ext uri="{FF2B5EF4-FFF2-40B4-BE49-F238E27FC236}">
                <a16:creationId xmlns:a16="http://schemas.microsoft.com/office/drawing/2014/main" id="{7E964E58-AFEE-42E9-977A-721B6D001D51}"/>
              </a:ext>
            </a:extLst>
          </p:cNvPr>
          <p:cNvSpPr>
            <a:spLocks noGrp="1"/>
          </p:cNvSpPr>
          <p:nvPr/>
        </p:nvSpPr>
        <p:spPr>
          <a:xfrm>
            <a:off x="3714750" y="3590925"/>
            <a:ext cx="7858125" cy="876300"/>
          </a:xfrm>
          <a:prstGeom prst="rect">
            <a:avLst/>
          </a:prstGeom>
          <a:noFill/>
          <a:ln w="0">
            <a:noFill/>
            <a:prstDash val="solid"/>
          </a:ln>
        </p:spPr>
        <p:txBody>
          <a:bodyPr lIns="0" tIns="0" rIns="0" bIns="0" anchor="ctr"/>
          <a:lstStyle>
            <a:defPPr algn="l">
              <a:defRPr sz="2100" b="0">
                <a:solidFill>
                  <a:srgbClr val="132F3B"/>
                </a:solidFill>
                <a:latin typeface="Arial"/>
                <a:ea typeface="Arial"/>
                <a:cs typeface="Arial"/>
              </a:defRPr>
            </a:defPPr>
            <a:lvl1pPr algn="l">
              <a:defRPr sz="2100" b="0">
                <a:solidFill>
                  <a:srgbClr val="132F3B"/>
                </a:solidFill>
                <a:latin typeface="Arial"/>
                <a:ea typeface="Arial"/>
                <a:cs typeface="Arial"/>
              </a:defRPr>
            </a:lvl1pPr>
            <a:lvl2pPr algn="l">
              <a:defRPr sz="2100" b="0">
                <a:solidFill>
                  <a:srgbClr val="132F3B"/>
                </a:solidFill>
                <a:latin typeface="Arial"/>
                <a:ea typeface="Arial"/>
                <a:cs typeface="Arial"/>
              </a:defRPr>
            </a:lvl2pPr>
            <a:lvl3pPr algn="l">
              <a:defRPr sz="2100" b="0">
                <a:solidFill>
                  <a:srgbClr val="132F3B"/>
                </a:solidFill>
                <a:latin typeface="Arial"/>
                <a:ea typeface="Arial"/>
                <a:cs typeface="Arial"/>
              </a:defRPr>
            </a:lvl3pPr>
            <a:lvl4pPr algn="l">
              <a:defRPr sz="2100" b="0">
                <a:solidFill>
                  <a:srgbClr val="132F3B"/>
                </a:solidFill>
                <a:latin typeface="Arial"/>
                <a:ea typeface="Arial"/>
                <a:cs typeface="Arial"/>
              </a:defRPr>
            </a:lvl4pPr>
            <a:lvl5pPr algn="l">
              <a:defRPr sz="2100" b="0">
                <a:solidFill>
                  <a:srgbClr val="132F3B"/>
                </a:solidFill>
                <a:latin typeface="Arial"/>
                <a:ea typeface="Arial"/>
                <a:cs typeface="Arial"/>
              </a:defRPr>
            </a:lvl5pPr>
            <a:lvl6pPr algn="l">
              <a:defRPr sz="2100" b="0">
                <a:solidFill>
                  <a:srgbClr val="132F3B"/>
                </a:solidFill>
                <a:latin typeface="Arial"/>
                <a:ea typeface="Arial"/>
                <a:cs typeface="Arial"/>
              </a:defRPr>
            </a:lvl6pPr>
            <a:lvl7pPr algn="l">
              <a:defRPr sz="2100" b="0">
                <a:solidFill>
                  <a:srgbClr val="132F3B"/>
                </a:solidFill>
                <a:latin typeface="Arial"/>
                <a:ea typeface="Arial"/>
                <a:cs typeface="Arial"/>
              </a:defRPr>
            </a:lvl7pPr>
            <a:lvl8pPr algn="l">
              <a:defRPr sz="2100" b="0">
                <a:solidFill>
                  <a:srgbClr val="132F3B"/>
                </a:solidFill>
                <a:latin typeface="Arial"/>
                <a:ea typeface="Arial"/>
                <a:cs typeface="Arial"/>
              </a:defRPr>
            </a:lvl8pPr>
            <a:lvl9pPr algn="l">
              <a:defRPr sz="2100" b="0">
                <a:solidFill>
                  <a:srgbClr val="132F3B"/>
                </a:solidFill>
                <a:latin typeface="Arial"/>
                <a:ea typeface="Arial"/>
                <a:cs typeface="Arial"/>
              </a:defRPr>
            </a:lvl9pPr>
          </a:lstStyle>
          <a:p>
            <a:pPr algn="l">
              <a:defRPr sz="2100" b="0">
                <a:solidFill>
                  <a:srgbClr val="132F3B"/>
                </a:solidFill>
                <a:latin typeface="Arial"/>
                <a:ea typeface="Arial"/>
                <a:cs typeface="Arial"/>
              </a:defRPr>
            </a:pPr>
            <a:r>
              <a:rPr sz="2100" b="0">
                <a:solidFill>
                  <a:srgbClr val="132F3B"/>
                </a:solidFill>
                <a:latin typeface="Arial"/>
                <a:ea typeface="Arial"/>
                <a:cs typeface="Arial"/>
              </a:rPr>
              <a:t>Build maintainable features and platform components.</a:t>
            </a:r>
          </a:p>
          <a:p>
            <a:pPr algn="l">
              <a:defRPr sz="2100" b="0">
                <a:solidFill>
                  <a:srgbClr val="132F3B"/>
                </a:solidFill>
                <a:latin typeface="Arial"/>
                <a:ea typeface="Arial"/>
                <a:cs typeface="Arial"/>
              </a:defRPr>
            </a:pPr>
            <a:r>
              <a:rPr sz="2100" b="0">
                <a:solidFill>
                  <a:srgbClr val="132F3B"/>
                </a:solidFill>
                <a:latin typeface="Arial"/>
                <a:ea typeface="Arial"/>
                <a:cs typeface="Arial"/>
              </a:rPr>
              <a:t>Prepare test evidence and a rollback route.</a:t>
            </a:r>
          </a:p>
        </p:txBody>
      </p:sp>
      <p:sp>
        <p:nvSpPr>
          <p:cNvPr id="22" name="visual-179">
            <a:extLst>
              <a:ext uri="{FF2B5EF4-FFF2-40B4-BE49-F238E27FC236}">
                <a16:creationId xmlns:a16="http://schemas.microsoft.com/office/drawing/2014/main" id="{696655C9-6130-488A-A132-C60AB639A043}"/>
              </a:ext>
            </a:extLst>
          </p:cNvPr>
          <p:cNvSpPr>
            <a:spLocks noGrp="1"/>
          </p:cNvSpPr>
          <p:nvPr/>
        </p:nvSpPr>
        <p:spPr>
          <a:xfrm>
            <a:off x="3714750" y="4552950"/>
            <a:ext cx="7858125" cy="419100"/>
          </a:xfrm>
          <a:prstGeom prst="rect">
            <a:avLst/>
          </a:prstGeom>
          <a:noFill/>
          <a:ln w="0">
            <a:noFill/>
            <a:prstDash val="solid"/>
          </a:ln>
        </p:spPr>
        <p:txBody>
          <a:bodyPr lIns="0" tIns="0" rIns="0" bIns="0" anchor="ctr"/>
          <a:lstStyle>
            <a:defPPr algn="l">
              <a:defRPr sz="1875" b="0">
                <a:solidFill>
                  <a:srgbClr val="526770"/>
                </a:solidFill>
                <a:latin typeface="Arial"/>
                <a:ea typeface="Arial"/>
                <a:cs typeface="Arial"/>
              </a:defRPr>
            </a:defPPr>
            <a:lvl1pPr algn="l">
              <a:defRPr sz="1875" b="0">
                <a:solidFill>
                  <a:srgbClr val="526770"/>
                </a:solidFill>
                <a:latin typeface="Arial"/>
                <a:ea typeface="Arial"/>
                <a:cs typeface="Arial"/>
              </a:defRPr>
            </a:lvl1pPr>
            <a:lvl2pPr algn="l">
              <a:defRPr sz="1875" b="0">
                <a:solidFill>
                  <a:srgbClr val="526770"/>
                </a:solidFill>
                <a:latin typeface="Arial"/>
                <a:ea typeface="Arial"/>
                <a:cs typeface="Arial"/>
              </a:defRPr>
            </a:lvl2pPr>
            <a:lvl3pPr algn="l">
              <a:defRPr sz="1875" b="0">
                <a:solidFill>
                  <a:srgbClr val="526770"/>
                </a:solidFill>
                <a:latin typeface="Arial"/>
                <a:ea typeface="Arial"/>
                <a:cs typeface="Arial"/>
              </a:defRPr>
            </a:lvl3pPr>
            <a:lvl4pPr algn="l">
              <a:defRPr sz="1875" b="0">
                <a:solidFill>
                  <a:srgbClr val="526770"/>
                </a:solidFill>
                <a:latin typeface="Arial"/>
                <a:ea typeface="Arial"/>
                <a:cs typeface="Arial"/>
              </a:defRPr>
            </a:lvl4pPr>
            <a:lvl5pPr algn="l">
              <a:defRPr sz="1875" b="0">
                <a:solidFill>
                  <a:srgbClr val="526770"/>
                </a:solidFill>
                <a:latin typeface="Arial"/>
                <a:ea typeface="Arial"/>
                <a:cs typeface="Arial"/>
              </a:defRPr>
            </a:lvl5pPr>
            <a:lvl6pPr algn="l">
              <a:defRPr sz="1875" b="0">
                <a:solidFill>
                  <a:srgbClr val="526770"/>
                </a:solidFill>
                <a:latin typeface="Arial"/>
                <a:ea typeface="Arial"/>
                <a:cs typeface="Arial"/>
              </a:defRPr>
            </a:lvl6pPr>
            <a:lvl7pPr algn="l">
              <a:defRPr sz="1875" b="0">
                <a:solidFill>
                  <a:srgbClr val="526770"/>
                </a:solidFill>
                <a:latin typeface="Arial"/>
                <a:ea typeface="Arial"/>
                <a:cs typeface="Arial"/>
              </a:defRPr>
            </a:lvl7pPr>
            <a:lvl8pPr algn="l">
              <a:defRPr sz="1875" b="0">
                <a:solidFill>
                  <a:srgbClr val="526770"/>
                </a:solidFill>
                <a:latin typeface="Arial"/>
                <a:ea typeface="Arial"/>
                <a:cs typeface="Arial"/>
              </a:defRPr>
            </a:lvl8pPr>
            <a:lvl9pPr algn="l">
              <a:defRPr sz="1875" b="0">
                <a:solidFill>
                  <a:srgbClr val="526770"/>
                </a:solidFill>
                <a:latin typeface="Arial"/>
                <a:ea typeface="Arial"/>
                <a:cs typeface="Arial"/>
              </a:defRPr>
            </a:lvl9pPr>
          </a:lstStyle>
          <a:p>
            <a:pPr algn="l">
              <a:defRPr sz="1875" b="0">
                <a:solidFill>
                  <a:srgbClr val="526770"/>
                </a:solidFill>
                <a:latin typeface="Arial"/>
                <a:ea typeface="Arial"/>
                <a:cs typeface="Arial"/>
              </a:defRPr>
            </a:pPr>
            <a:r>
              <a:rPr sz="1875" b="0">
                <a:solidFill>
                  <a:srgbClr val="526770"/>
                </a:solidFill>
                <a:latin typeface="Arial"/>
                <a:ea typeface="Arial"/>
                <a:cs typeface="Arial"/>
              </a:rPr>
              <a:t>Candidate: Coding, debugging and reliable design</a:t>
            </a:r>
          </a:p>
        </p:txBody>
      </p:sp>
      <p:sp>
        <p:nvSpPr>
          <p:cNvPr id="23" name="visual-180">
            <a:extLst>
              <a:ext uri="{FF2B5EF4-FFF2-40B4-BE49-F238E27FC236}">
                <a16:creationId xmlns:a16="http://schemas.microsoft.com/office/drawing/2014/main" id="{63049F46-970D-410D-8B9B-0F6A5DBA823C}"/>
              </a:ext>
            </a:extLst>
          </p:cNvPr>
          <p:cNvSpPr>
            <a:spLocks noGrp="1"/>
          </p:cNvSpPr>
          <p:nvPr/>
        </p:nvSpPr>
        <p:spPr>
          <a:xfrm>
            <a:off x="3714750" y="4991100"/>
            <a:ext cx="7858125" cy="419100"/>
          </a:xfrm>
          <a:prstGeom prst="rect">
            <a:avLst/>
          </a:prstGeom>
          <a:noFill/>
          <a:ln w="0">
            <a:noFill/>
            <a:prstDash val="solid"/>
          </a:ln>
        </p:spPr>
        <p:txBody>
          <a:bodyPr lIns="0" tIns="0" rIns="0" bIns="0" anchor="ctr"/>
          <a:lstStyle>
            <a:defPPr algn="l">
              <a:defRPr sz="1875" b="0">
                <a:solidFill>
                  <a:srgbClr val="526770"/>
                </a:solidFill>
                <a:latin typeface="Arial"/>
                <a:ea typeface="Arial"/>
                <a:cs typeface="Arial"/>
              </a:defRPr>
            </a:defPPr>
            <a:lvl1pPr algn="l">
              <a:defRPr sz="1875" b="0">
                <a:solidFill>
                  <a:srgbClr val="526770"/>
                </a:solidFill>
                <a:latin typeface="Arial"/>
                <a:ea typeface="Arial"/>
                <a:cs typeface="Arial"/>
              </a:defRPr>
            </a:lvl1pPr>
            <a:lvl2pPr algn="l">
              <a:defRPr sz="1875" b="0">
                <a:solidFill>
                  <a:srgbClr val="526770"/>
                </a:solidFill>
                <a:latin typeface="Arial"/>
                <a:ea typeface="Arial"/>
                <a:cs typeface="Arial"/>
              </a:defRPr>
            </a:lvl2pPr>
            <a:lvl3pPr algn="l">
              <a:defRPr sz="1875" b="0">
                <a:solidFill>
                  <a:srgbClr val="526770"/>
                </a:solidFill>
                <a:latin typeface="Arial"/>
                <a:ea typeface="Arial"/>
                <a:cs typeface="Arial"/>
              </a:defRPr>
            </a:lvl3pPr>
            <a:lvl4pPr algn="l">
              <a:defRPr sz="1875" b="0">
                <a:solidFill>
                  <a:srgbClr val="526770"/>
                </a:solidFill>
                <a:latin typeface="Arial"/>
                <a:ea typeface="Arial"/>
                <a:cs typeface="Arial"/>
              </a:defRPr>
            </a:lvl4pPr>
            <a:lvl5pPr algn="l">
              <a:defRPr sz="1875" b="0">
                <a:solidFill>
                  <a:srgbClr val="526770"/>
                </a:solidFill>
                <a:latin typeface="Arial"/>
                <a:ea typeface="Arial"/>
                <a:cs typeface="Arial"/>
              </a:defRPr>
            </a:lvl5pPr>
            <a:lvl6pPr algn="l">
              <a:defRPr sz="1875" b="0">
                <a:solidFill>
                  <a:srgbClr val="526770"/>
                </a:solidFill>
                <a:latin typeface="Arial"/>
                <a:ea typeface="Arial"/>
                <a:cs typeface="Arial"/>
              </a:defRPr>
            </a:lvl6pPr>
            <a:lvl7pPr algn="l">
              <a:defRPr sz="1875" b="0">
                <a:solidFill>
                  <a:srgbClr val="526770"/>
                </a:solidFill>
                <a:latin typeface="Arial"/>
                <a:ea typeface="Arial"/>
                <a:cs typeface="Arial"/>
              </a:defRPr>
            </a:lvl7pPr>
            <a:lvl8pPr algn="l">
              <a:defRPr sz="1875" b="0">
                <a:solidFill>
                  <a:srgbClr val="526770"/>
                </a:solidFill>
                <a:latin typeface="Arial"/>
                <a:ea typeface="Arial"/>
                <a:cs typeface="Arial"/>
              </a:defRPr>
            </a:lvl8pPr>
            <a:lvl9pPr algn="l">
              <a:defRPr sz="1875" b="0">
                <a:solidFill>
                  <a:srgbClr val="526770"/>
                </a:solidFill>
                <a:latin typeface="Arial"/>
                <a:ea typeface="Arial"/>
                <a:cs typeface="Arial"/>
              </a:defRPr>
            </a:lvl9pPr>
          </a:lstStyle>
          <a:p>
            <a:pPr algn="l">
              <a:defRPr sz="1875" b="0">
                <a:solidFill>
                  <a:srgbClr val="526770"/>
                </a:solidFill>
                <a:latin typeface="Arial"/>
                <a:ea typeface="Arial"/>
                <a:cs typeface="Arial"/>
              </a:defRPr>
            </a:pPr>
            <a:r>
              <a:rPr sz="1875" b="0">
                <a:solidFill>
                  <a:srgbClr val="526770"/>
                </a:solidFill>
                <a:latin typeface="Arial"/>
                <a:ea typeface="Arial"/>
                <a:cs typeface="Arial"/>
              </a:rPr>
              <a:t>Selection: Build a small change with a legacy dependency.</a:t>
            </a:r>
          </a:p>
        </p:txBody>
      </p:sp>
      <p:sp>
        <p:nvSpPr>
          <p:cNvPr id="24" name="visual-181">
            <a:extLst>
              <a:ext uri="{FF2B5EF4-FFF2-40B4-BE49-F238E27FC236}">
                <a16:creationId xmlns:a16="http://schemas.microsoft.com/office/drawing/2014/main" id="{A0ADC8CC-83F1-4DFF-921E-E12257505BD4}"/>
              </a:ext>
            </a:extLst>
          </p:cNvPr>
          <p:cNvSpPr>
            <a:spLocks noGrp="1"/>
          </p:cNvSpPr>
          <p:nvPr/>
        </p:nvSpPr>
        <p:spPr>
          <a:xfrm>
            <a:off x="571500" y="5391150"/>
            <a:ext cx="11001375" cy="333375"/>
          </a:xfrm>
          <a:prstGeom prst="rect">
            <a:avLst/>
          </a:prstGeom>
          <a:noFill/>
          <a:ln w="0">
            <a:noFill/>
            <a:prstDash val="solid"/>
          </a:ln>
        </p:spPr>
        <p:txBody>
          <a:bodyPr lIns="0" tIns="0" rIns="0" bIns="0" anchor="ctr"/>
          <a:lstStyle>
            <a:defPPr algn="l">
              <a:defRPr sz="1800" b="1">
                <a:solidFill>
                  <a:srgbClr val="132F3B"/>
                </a:solidFill>
                <a:latin typeface="Arial"/>
                <a:ea typeface="Arial"/>
                <a:cs typeface="Arial"/>
              </a:defRPr>
            </a:defPPr>
            <a:lvl1pPr algn="l">
              <a:defRPr sz="1800" b="1">
                <a:solidFill>
                  <a:srgbClr val="132F3B"/>
                </a:solidFill>
                <a:latin typeface="Arial"/>
                <a:ea typeface="Arial"/>
                <a:cs typeface="Arial"/>
              </a:defRPr>
            </a:lvl1pPr>
            <a:lvl2pPr algn="l">
              <a:defRPr sz="1800" b="1">
                <a:solidFill>
                  <a:srgbClr val="132F3B"/>
                </a:solidFill>
                <a:latin typeface="Arial"/>
                <a:ea typeface="Arial"/>
                <a:cs typeface="Arial"/>
              </a:defRPr>
            </a:lvl2pPr>
            <a:lvl3pPr algn="l">
              <a:defRPr sz="1800" b="1">
                <a:solidFill>
                  <a:srgbClr val="132F3B"/>
                </a:solidFill>
                <a:latin typeface="Arial"/>
                <a:ea typeface="Arial"/>
                <a:cs typeface="Arial"/>
              </a:defRPr>
            </a:lvl3pPr>
            <a:lvl4pPr algn="l">
              <a:defRPr sz="1800" b="1">
                <a:solidFill>
                  <a:srgbClr val="132F3B"/>
                </a:solidFill>
                <a:latin typeface="Arial"/>
                <a:ea typeface="Arial"/>
                <a:cs typeface="Arial"/>
              </a:defRPr>
            </a:lvl4pPr>
            <a:lvl5pPr algn="l">
              <a:defRPr sz="1800" b="1">
                <a:solidFill>
                  <a:srgbClr val="132F3B"/>
                </a:solidFill>
                <a:latin typeface="Arial"/>
                <a:ea typeface="Arial"/>
                <a:cs typeface="Arial"/>
              </a:defRPr>
            </a:lvl5pPr>
            <a:lvl6pPr algn="l">
              <a:defRPr sz="1800" b="1">
                <a:solidFill>
                  <a:srgbClr val="132F3B"/>
                </a:solidFill>
                <a:latin typeface="Arial"/>
                <a:ea typeface="Arial"/>
                <a:cs typeface="Arial"/>
              </a:defRPr>
            </a:lvl6pPr>
            <a:lvl7pPr algn="l">
              <a:defRPr sz="1800" b="1">
                <a:solidFill>
                  <a:srgbClr val="132F3B"/>
                </a:solidFill>
                <a:latin typeface="Arial"/>
                <a:ea typeface="Arial"/>
                <a:cs typeface="Arial"/>
              </a:defRPr>
            </a:lvl7pPr>
            <a:lvl8pPr algn="l">
              <a:defRPr sz="1800" b="1">
                <a:solidFill>
                  <a:srgbClr val="132F3B"/>
                </a:solidFill>
                <a:latin typeface="Arial"/>
                <a:ea typeface="Arial"/>
                <a:cs typeface="Arial"/>
              </a:defRPr>
            </a:lvl8pPr>
            <a:lvl9pPr algn="l">
              <a:defRPr sz="1800" b="1">
                <a:solidFill>
                  <a:srgbClr val="132F3B"/>
                </a:solidFill>
                <a:latin typeface="Arial"/>
                <a:ea typeface="Arial"/>
                <a:cs typeface="Arial"/>
              </a:defRPr>
            </a:lvl9pPr>
          </a:lstStyle>
          <a:p>
            <a:pPr algn="l">
              <a:defRPr sz="1800" b="1">
                <a:solidFill>
                  <a:srgbClr val="132F3B"/>
                </a:solidFill>
                <a:latin typeface="Arial"/>
                <a:ea typeface="Arial"/>
                <a:cs typeface="Arial"/>
              </a:defRPr>
            </a:pPr>
            <a:r>
              <a:rPr sz="1800" b="1">
                <a:solidFill>
                  <a:srgbClr val="132F3B"/>
                </a:solidFill>
                <a:latin typeface="Arial"/>
                <a:ea typeface="Arial"/>
                <a:cs typeface="Arial"/>
              </a:rPr>
              <a:t>Architecture exceptions need the named reviewer.</a:t>
            </a:r>
          </a:p>
        </p:txBody>
      </p:sp>
    </p:spTree>
    <p:extLst>
      <p:ext uri="{BB962C8B-B14F-4D97-AF65-F5344CB8AC3E}">
        <p14:creationId xmlns:p14="http://schemas.microsoft.com/office/powerpoint/2010/main" val="1253308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visual-182">
            <a:extLst>
              <a:ext uri="{FF2B5EF4-FFF2-40B4-BE49-F238E27FC236}">
                <a16:creationId xmlns:a16="http://schemas.microsoft.com/office/drawing/2014/main" id="{149E26AA-C4F4-4F04-BFD0-B02FECEC38DD}"/>
              </a:ext>
            </a:extLst>
          </p:cNvPr>
          <p:cNvSpPr>
            <a:spLocks noGrp="1"/>
          </p:cNvSpPr>
          <p:nvPr/>
        </p:nvSpPr>
        <p:spPr>
          <a:xfrm>
            <a:off x="0" y="0"/>
            <a:ext cx="133350" cy="6858000"/>
          </a:xfrm>
          <a:prstGeom prst="rect">
            <a:avLst/>
          </a:prstGeom>
          <a:solidFill>
            <a:schemeClr val="tx2">
              <a:lumMod val="75000"/>
            </a:schemeClr>
          </a:solidFill>
          <a:ln w="0">
            <a:noFill/>
            <a:prstDash val="solid"/>
          </a:ln>
        </p:spPr>
      </p:sp>
      <p:sp>
        <p:nvSpPr>
          <p:cNvPr id="2" name="visual-183">
            <a:extLst>
              <a:ext uri="{FF2B5EF4-FFF2-40B4-BE49-F238E27FC236}">
                <a16:creationId xmlns:a16="http://schemas.microsoft.com/office/drawing/2014/main" id="{D0C73F15-D5DB-4159-888D-46F281B12779}"/>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132F3B"/>
                </a:solidFill>
                <a:latin typeface="Arial"/>
                <a:ea typeface="Arial"/>
                <a:cs typeface="Arial"/>
              </a:defRPr>
            </a:defPPr>
            <a:lvl1pPr algn="l">
              <a:defRPr sz="3300" b="1">
                <a:solidFill>
                  <a:srgbClr val="132F3B"/>
                </a:solidFill>
                <a:latin typeface="Arial"/>
                <a:ea typeface="Arial"/>
                <a:cs typeface="Arial"/>
              </a:defRPr>
            </a:lvl1pPr>
            <a:lvl2pPr algn="l">
              <a:defRPr sz="3300" b="1">
                <a:solidFill>
                  <a:srgbClr val="132F3B"/>
                </a:solidFill>
                <a:latin typeface="Arial"/>
                <a:ea typeface="Arial"/>
                <a:cs typeface="Arial"/>
              </a:defRPr>
            </a:lvl2pPr>
            <a:lvl3pPr algn="l">
              <a:defRPr sz="3300" b="1">
                <a:solidFill>
                  <a:srgbClr val="132F3B"/>
                </a:solidFill>
                <a:latin typeface="Arial"/>
                <a:ea typeface="Arial"/>
                <a:cs typeface="Arial"/>
              </a:defRPr>
            </a:lvl3pPr>
            <a:lvl4pPr algn="l">
              <a:defRPr sz="3300" b="1">
                <a:solidFill>
                  <a:srgbClr val="132F3B"/>
                </a:solidFill>
                <a:latin typeface="Arial"/>
                <a:ea typeface="Arial"/>
                <a:cs typeface="Arial"/>
              </a:defRPr>
            </a:lvl4pPr>
            <a:lvl5pPr algn="l">
              <a:defRPr sz="3300" b="1">
                <a:solidFill>
                  <a:srgbClr val="132F3B"/>
                </a:solidFill>
                <a:latin typeface="Arial"/>
                <a:ea typeface="Arial"/>
                <a:cs typeface="Arial"/>
              </a:defRPr>
            </a:lvl5pPr>
            <a:lvl6pPr algn="l">
              <a:defRPr sz="3300" b="1">
                <a:solidFill>
                  <a:srgbClr val="132F3B"/>
                </a:solidFill>
                <a:latin typeface="Arial"/>
                <a:ea typeface="Arial"/>
                <a:cs typeface="Arial"/>
              </a:defRPr>
            </a:lvl6pPr>
            <a:lvl7pPr algn="l">
              <a:defRPr sz="3300" b="1">
                <a:solidFill>
                  <a:srgbClr val="132F3B"/>
                </a:solidFill>
                <a:latin typeface="Arial"/>
                <a:ea typeface="Arial"/>
                <a:cs typeface="Arial"/>
              </a:defRPr>
            </a:lvl7pPr>
            <a:lvl8pPr algn="l">
              <a:defRPr sz="3300" b="1">
                <a:solidFill>
                  <a:srgbClr val="132F3B"/>
                </a:solidFill>
                <a:latin typeface="Arial"/>
                <a:ea typeface="Arial"/>
                <a:cs typeface="Arial"/>
              </a:defRPr>
            </a:lvl8pPr>
            <a:lvl9pPr algn="l">
              <a:defRPr sz="3300" b="1">
                <a:solidFill>
                  <a:srgbClr val="132F3B"/>
                </a:solidFill>
                <a:latin typeface="Arial"/>
                <a:ea typeface="Arial"/>
                <a:cs typeface="Arial"/>
              </a:defRPr>
            </a:lvl9pPr>
          </a:lstStyle>
          <a:p>
            <a:pPr algn="l">
              <a:defRPr sz="3300" b="1">
                <a:solidFill>
                  <a:srgbClr val="132F3B"/>
                </a:solidFill>
                <a:latin typeface="Arial"/>
                <a:ea typeface="Arial"/>
                <a:cs typeface="Arial"/>
              </a:defRPr>
            </a:pPr>
            <a:r>
              <a:rPr sz="3300" b="1">
                <a:solidFill>
                  <a:srgbClr val="132F3B"/>
                </a:solidFill>
                <a:latin typeface="Arial"/>
                <a:ea typeface="Arial"/>
                <a:cs typeface="Arial"/>
              </a:rPr>
              <a:t>Data and AI Engineer</a:t>
            </a:r>
          </a:p>
        </p:txBody>
      </p:sp>
      <p:sp>
        <p:nvSpPr>
          <p:cNvPr id="3" name="visual-184">
            <a:extLst>
              <a:ext uri="{FF2B5EF4-FFF2-40B4-BE49-F238E27FC236}">
                <a16:creationId xmlns:a16="http://schemas.microsoft.com/office/drawing/2014/main" id="{4A0E8B9C-22DC-457A-BA6B-9AD990B2D1A9}"/>
              </a:ext>
            </a:extLst>
          </p:cNvPr>
          <p:cNvSpPr>
            <a:spLocks noGrp="1"/>
          </p:cNvSpPr>
          <p:nvPr/>
        </p:nvSpPr>
        <p:spPr>
          <a:xfrm>
            <a:off x="571500" y="1304925"/>
            <a:ext cx="11001375" cy="495300"/>
          </a:xfrm>
          <a:prstGeom prst="rect">
            <a:avLst/>
          </a:prstGeom>
          <a:noFill/>
          <a:ln w="0">
            <a:noFill/>
            <a:prstDash val="solid"/>
          </a:ln>
        </p:spPr>
        <p:txBody>
          <a:bodyPr lIns="0" tIns="0" rIns="0" bIns="0" anchor="ctr"/>
          <a:lstStyle>
            <a:defPPr algn="l">
              <a:defRPr sz="1800" b="0">
                <a:solidFill>
                  <a:srgbClr val="526770"/>
                </a:solidFill>
                <a:latin typeface="Arial"/>
                <a:ea typeface="Arial"/>
                <a:cs typeface="Arial"/>
              </a:defRPr>
            </a:defPPr>
            <a:lvl1pPr algn="l">
              <a:defRPr sz="1800" b="0">
                <a:solidFill>
                  <a:srgbClr val="526770"/>
                </a:solidFill>
                <a:latin typeface="Arial"/>
                <a:ea typeface="Arial"/>
                <a:cs typeface="Arial"/>
              </a:defRPr>
            </a:lvl1pPr>
            <a:lvl2pPr algn="l">
              <a:defRPr sz="1800" b="0">
                <a:solidFill>
                  <a:srgbClr val="526770"/>
                </a:solidFill>
                <a:latin typeface="Arial"/>
                <a:ea typeface="Arial"/>
                <a:cs typeface="Arial"/>
              </a:defRPr>
            </a:lvl2pPr>
            <a:lvl3pPr algn="l">
              <a:defRPr sz="1800" b="0">
                <a:solidFill>
                  <a:srgbClr val="526770"/>
                </a:solidFill>
                <a:latin typeface="Arial"/>
                <a:ea typeface="Arial"/>
                <a:cs typeface="Arial"/>
              </a:defRPr>
            </a:lvl3pPr>
            <a:lvl4pPr algn="l">
              <a:defRPr sz="1800" b="0">
                <a:solidFill>
                  <a:srgbClr val="526770"/>
                </a:solidFill>
                <a:latin typeface="Arial"/>
                <a:ea typeface="Arial"/>
                <a:cs typeface="Arial"/>
              </a:defRPr>
            </a:lvl4pPr>
            <a:lvl5pPr algn="l">
              <a:defRPr sz="1800" b="0">
                <a:solidFill>
                  <a:srgbClr val="526770"/>
                </a:solidFill>
                <a:latin typeface="Arial"/>
                <a:ea typeface="Arial"/>
                <a:cs typeface="Arial"/>
              </a:defRPr>
            </a:lvl5pPr>
            <a:lvl6pPr algn="l">
              <a:defRPr sz="1800" b="0">
                <a:solidFill>
                  <a:srgbClr val="526770"/>
                </a:solidFill>
                <a:latin typeface="Arial"/>
                <a:ea typeface="Arial"/>
                <a:cs typeface="Arial"/>
              </a:defRPr>
            </a:lvl6pPr>
            <a:lvl7pPr algn="l">
              <a:defRPr sz="1800" b="0">
                <a:solidFill>
                  <a:srgbClr val="526770"/>
                </a:solidFill>
                <a:latin typeface="Arial"/>
                <a:ea typeface="Arial"/>
                <a:cs typeface="Arial"/>
              </a:defRPr>
            </a:lvl7pPr>
            <a:lvl8pPr algn="l">
              <a:defRPr sz="1800" b="0">
                <a:solidFill>
                  <a:srgbClr val="526770"/>
                </a:solidFill>
                <a:latin typeface="Arial"/>
                <a:ea typeface="Arial"/>
                <a:cs typeface="Arial"/>
              </a:defRPr>
            </a:lvl8pPr>
            <a:lvl9pPr algn="l">
              <a:defRPr sz="1800" b="0">
                <a:solidFill>
                  <a:srgbClr val="526770"/>
                </a:solidFill>
                <a:latin typeface="Arial"/>
                <a:ea typeface="Arial"/>
                <a:cs typeface="Arial"/>
              </a:defRPr>
            </a:lvl9pPr>
          </a:lstStyle>
          <a:p>
            <a:pPr algn="l">
              <a:defRPr sz="1800" b="0">
                <a:solidFill>
                  <a:srgbClr val="526770"/>
                </a:solidFill>
                <a:latin typeface="Arial"/>
                <a:ea typeface="Arial"/>
                <a:cs typeface="Arial"/>
              </a:defRPr>
            </a:pPr>
            <a:r>
              <a:rPr sz="1800" b="0">
                <a:solidFill>
                  <a:srgbClr val="526770"/>
                </a:solidFill>
                <a:latin typeface="Arial"/>
                <a:ea typeface="Arial"/>
                <a:cs typeface="Arial"/>
              </a:rPr>
              <a:t>Reliable data for useful AI output</a:t>
            </a:r>
          </a:p>
        </p:txBody>
      </p:sp>
      <p:sp>
        <p:nvSpPr>
          <p:cNvPr id="4" name="visual-185">
            <a:extLst>
              <a:ext uri="{FF2B5EF4-FFF2-40B4-BE49-F238E27FC236}">
                <a16:creationId xmlns:a16="http://schemas.microsoft.com/office/drawing/2014/main" id="{9C3432C4-2613-4C8D-BCE7-87C172B81B49}"/>
              </a:ext>
            </a:extLst>
          </p:cNvPr>
          <p:cNvSpPr>
            <a:spLocks noGrp="1"/>
          </p:cNvSpPr>
          <p:nvPr/>
        </p:nvSpPr>
        <p:spPr>
          <a:xfrm>
            <a:off x="571500" y="5772150"/>
            <a:ext cx="11001375" cy="19050"/>
          </a:xfrm>
          <a:prstGeom prst="rect">
            <a:avLst/>
          </a:prstGeom>
          <a:solidFill>
            <a:srgbClr val="C6D3D2"/>
          </a:solidFill>
          <a:ln w="0">
            <a:noFill/>
            <a:prstDash val="solid"/>
          </a:ln>
        </p:spPr>
      </p:sp>
      <p:sp>
        <p:nvSpPr>
          <p:cNvPr id="5" name="visual-186">
            <a:extLst>
              <a:ext uri="{FF2B5EF4-FFF2-40B4-BE49-F238E27FC236}">
                <a16:creationId xmlns:a16="http://schemas.microsoft.com/office/drawing/2014/main" id="{65446A25-E0DC-42C6-B9A2-534F495CF1E7}"/>
              </a:ext>
            </a:extLst>
          </p:cNvPr>
          <p:cNvSpPr>
            <a:spLocks noGrp="1"/>
          </p:cNvSpPr>
          <p:nvPr/>
        </p:nvSpPr>
        <p:spPr>
          <a:xfrm>
            <a:off x="571500" y="5895975"/>
            <a:ext cx="11001375" cy="485775"/>
          </a:xfrm>
          <a:prstGeom prst="rect">
            <a:avLst/>
          </a:prstGeom>
          <a:noFill/>
          <a:ln w="0">
            <a:noFill/>
            <a:prstDash val="solid"/>
          </a:ln>
        </p:spPr>
        <p:txBody>
          <a:bodyPr lIns="0" tIns="0" rIns="0" bIns="0" anchor="ctr"/>
          <a:lstStyle>
            <a:defPPr algn="l">
              <a:defRPr sz="1950" b="1">
                <a:solidFill>
                  <a:srgbClr val="147D80"/>
                </a:solidFill>
                <a:latin typeface="Arial"/>
                <a:ea typeface="Arial"/>
                <a:cs typeface="Arial"/>
              </a:defRPr>
            </a:defPPr>
            <a:lvl1pPr algn="l">
              <a:defRPr sz="1950" b="1">
                <a:solidFill>
                  <a:srgbClr val="147D80"/>
                </a:solidFill>
                <a:latin typeface="Arial"/>
                <a:ea typeface="Arial"/>
                <a:cs typeface="Arial"/>
              </a:defRPr>
            </a:lvl1pPr>
            <a:lvl2pPr algn="l">
              <a:defRPr sz="1950" b="1">
                <a:solidFill>
                  <a:srgbClr val="147D80"/>
                </a:solidFill>
                <a:latin typeface="Arial"/>
                <a:ea typeface="Arial"/>
                <a:cs typeface="Arial"/>
              </a:defRPr>
            </a:lvl2pPr>
            <a:lvl3pPr algn="l">
              <a:defRPr sz="1950" b="1">
                <a:solidFill>
                  <a:srgbClr val="147D80"/>
                </a:solidFill>
                <a:latin typeface="Arial"/>
                <a:ea typeface="Arial"/>
                <a:cs typeface="Arial"/>
              </a:defRPr>
            </a:lvl3pPr>
            <a:lvl4pPr algn="l">
              <a:defRPr sz="1950" b="1">
                <a:solidFill>
                  <a:srgbClr val="147D80"/>
                </a:solidFill>
                <a:latin typeface="Arial"/>
                <a:ea typeface="Arial"/>
                <a:cs typeface="Arial"/>
              </a:defRPr>
            </a:lvl4pPr>
            <a:lvl5pPr algn="l">
              <a:defRPr sz="1950" b="1">
                <a:solidFill>
                  <a:srgbClr val="147D80"/>
                </a:solidFill>
                <a:latin typeface="Arial"/>
                <a:ea typeface="Arial"/>
                <a:cs typeface="Arial"/>
              </a:defRPr>
            </a:lvl5pPr>
            <a:lvl6pPr algn="l">
              <a:defRPr sz="1950" b="1">
                <a:solidFill>
                  <a:srgbClr val="147D80"/>
                </a:solidFill>
                <a:latin typeface="Arial"/>
                <a:ea typeface="Arial"/>
                <a:cs typeface="Arial"/>
              </a:defRPr>
            </a:lvl6pPr>
            <a:lvl7pPr algn="l">
              <a:defRPr sz="1950" b="1">
                <a:solidFill>
                  <a:srgbClr val="147D80"/>
                </a:solidFill>
                <a:latin typeface="Arial"/>
                <a:ea typeface="Arial"/>
                <a:cs typeface="Arial"/>
              </a:defRPr>
            </a:lvl7pPr>
            <a:lvl8pPr algn="l">
              <a:defRPr sz="1950" b="1">
                <a:solidFill>
                  <a:srgbClr val="147D80"/>
                </a:solidFill>
                <a:latin typeface="Arial"/>
                <a:ea typeface="Arial"/>
                <a:cs typeface="Arial"/>
              </a:defRPr>
            </a:lvl8pPr>
            <a:lvl9pPr algn="l">
              <a:defRPr sz="1950" b="1">
                <a:solidFill>
                  <a:srgbClr val="147D80"/>
                </a:solidFill>
                <a:latin typeface="Arial"/>
                <a:ea typeface="Arial"/>
                <a:cs typeface="Arial"/>
              </a:defRPr>
            </a:lvl9pPr>
          </a:lstStyle>
          <a:p>
            <a:pPr algn="l">
              <a:defRPr sz="1950" b="1">
                <a:solidFill>
                  <a:srgbClr val="147D80"/>
                </a:solidFill>
                <a:latin typeface="Arial"/>
                <a:ea typeface="Arial"/>
                <a:cs typeface="Arial"/>
              </a:defRPr>
            </a:pPr>
            <a:r>
              <a:rPr sz="1950" b="1" dirty="0">
                <a:solidFill>
                  <a:schemeClr val="tx1"/>
                </a:solidFill>
                <a:latin typeface="Arial"/>
                <a:ea typeface="Arial"/>
                <a:cs typeface="Arial"/>
              </a:rPr>
              <a:t>Traceable data and reproducible checks.</a:t>
            </a:r>
          </a:p>
        </p:txBody>
      </p:sp>
      <p:sp>
        <p:nvSpPr>
          <p:cNvPr id="6" name="visual-187">
            <a:extLst>
              <a:ext uri="{FF2B5EF4-FFF2-40B4-BE49-F238E27FC236}">
                <a16:creationId xmlns:a16="http://schemas.microsoft.com/office/drawing/2014/main" id="{026BB535-F383-43B1-A9BF-D7518FB54E68}"/>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526770"/>
                </a:solidFill>
                <a:latin typeface="Arial"/>
                <a:ea typeface="Arial"/>
                <a:cs typeface="Arial"/>
              </a:defRPr>
            </a:defPPr>
            <a:lvl1pPr algn="r">
              <a:defRPr sz="1200" b="0">
                <a:solidFill>
                  <a:srgbClr val="526770"/>
                </a:solidFill>
                <a:latin typeface="Arial"/>
                <a:ea typeface="Arial"/>
                <a:cs typeface="Arial"/>
              </a:defRPr>
            </a:lvl1pPr>
            <a:lvl2pPr algn="r">
              <a:defRPr sz="1200" b="0">
                <a:solidFill>
                  <a:srgbClr val="526770"/>
                </a:solidFill>
                <a:latin typeface="Arial"/>
                <a:ea typeface="Arial"/>
                <a:cs typeface="Arial"/>
              </a:defRPr>
            </a:lvl2pPr>
            <a:lvl3pPr algn="r">
              <a:defRPr sz="1200" b="0">
                <a:solidFill>
                  <a:srgbClr val="526770"/>
                </a:solidFill>
                <a:latin typeface="Arial"/>
                <a:ea typeface="Arial"/>
                <a:cs typeface="Arial"/>
              </a:defRPr>
            </a:lvl3pPr>
            <a:lvl4pPr algn="r">
              <a:defRPr sz="1200" b="0">
                <a:solidFill>
                  <a:srgbClr val="526770"/>
                </a:solidFill>
                <a:latin typeface="Arial"/>
                <a:ea typeface="Arial"/>
                <a:cs typeface="Arial"/>
              </a:defRPr>
            </a:lvl4pPr>
            <a:lvl5pPr algn="r">
              <a:defRPr sz="1200" b="0">
                <a:solidFill>
                  <a:srgbClr val="526770"/>
                </a:solidFill>
                <a:latin typeface="Arial"/>
                <a:ea typeface="Arial"/>
                <a:cs typeface="Arial"/>
              </a:defRPr>
            </a:lvl5pPr>
            <a:lvl6pPr algn="r">
              <a:defRPr sz="1200" b="0">
                <a:solidFill>
                  <a:srgbClr val="526770"/>
                </a:solidFill>
                <a:latin typeface="Arial"/>
                <a:ea typeface="Arial"/>
                <a:cs typeface="Arial"/>
              </a:defRPr>
            </a:lvl6pPr>
            <a:lvl7pPr algn="r">
              <a:defRPr sz="1200" b="0">
                <a:solidFill>
                  <a:srgbClr val="526770"/>
                </a:solidFill>
                <a:latin typeface="Arial"/>
                <a:ea typeface="Arial"/>
                <a:cs typeface="Arial"/>
              </a:defRPr>
            </a:lvl7pPr>
            <a:lvl8pPr algn="r">
              <a:defRPr sz="1200" b="0">
                <a:solidFill>
                  <a:srgbClr val="526770"/>
                </a:solidFill>
                <a:latin typeface="Arial"/>
                <a:ea typeface="Arial"/>
                <a:cs typeface="Arial"/>
              </a:defRPr>
            </a:lvl8pPr>
            <a:lvl9pPr algn="r">
              <a:defRPr sz="1200" b="0">
                <a:solidFill>
                  <a:srgbClr val="526770"/>
                </a:solidFill>
                <a:latin typeface="Arial"/>
                <a:ea typeface="Arial"/>
                <a:cs typeface="Arial"/>
              </a:defRPr>
            </a:lvl9pPr>
          </a:lstStyle>
          <a:p>
            <a:pPr algn="r">
              <a:defRPr sz="1200" b="0">
                <a:solidFill>
                  <a:srgbClr val="526770"/>
                </a:solidFill>
                <a:latin typeface="Arial"/>
                <a:ea typeface="Arial"/>
                <a:cs typeface="Arial"/>
              </a:defRPr>
            </a:pPr>
            <a:r>
              <a:rPr sz="1200" b="0" dirty="0">
                <a:solidFill>
                  <a:srgbClr val="526770"/>
                </a:solidFill>
                <a:latin typeface="Arial"/>
                <a:ea typeface="Arial"/>
                <a:cs typeface="Arial"/>
              </a:rPr>
              <a:t>   13 / 17</a:t>
            </a:r>
          </a:p>
        </p:txBody>
      </p:sp>
      <p:sp>
        <p:nvSpPr>
          <p:cNvPr id="7" name="visual-188">
            <a:extLst>
              <a:ext uri="{FF2B5EF4-FFF2-40B4-BE49-F238E27FC236}">
                <a16:creationId xmlns:a16="http://schemas.microsoft.com/office/drawing/2014/main" id="{D57E6AC7-5CAF-4B2F-AA71-C80F0BBEEB1A}"/>
              </a:ext>
            </a:extLst>
          </p:cNvPr>
          <p:cNvSpPr>
            <a:spLocks noGrp="1"/>
          </p:cNvSpPr>
          <p:nvPr/>
        </p:nvSpPr>
        <p:spPr>
          <a:xfrm>
            <a:off x="571500" y="1971675"/>
            <a:ext cx="2762250" cy="1190625"/>
          </a:xfrm>
          <a:prstGeom prst="rect">
            <a:avLst/>
          </a:prstGeom>
          <a:noFill/>
          <a:ln w="0">
            <a:noFill/>
            <a:prstDash val="solid"/>
          </a:ln>
        </p:spPr>
        <p:txBody>
          <a:bodyPr lIns="0" tIns="0" rIns="0" bIns="0" anchor="ctr"/>
          <a:lstStyle>
            <a:defPPr algn="l">
              <a:defRPr sz="7725" b="1">
                <a:solidFill>
                  <a:srgbClr val="D15D43"/>
                </a:solidFill>
                <a:latin typeface="Arial"/>
                <a:ea typeface="Arial"/>
                <a:cs typeface="Arial"/>
              </a:defRPr>
            </a:defPPr>
            <a:lvl1pPr algn="l">
              <a:defRPr sz="7725" b="1">
                <a:solidFill>
                  <a:srgbClr val="D15D43"/>
                </a:solidFill>
                <a:latin typeface="Arial"/>
                <a:ea typeface="Arial"/>
                <a:cs typeface="Arial"/>
              </a:defRPr>
            </a:lvl1pPr>
            <a:lvl2pPr algn="l">
              <a:defRPr sz="7725" b="1">
                <a:solidFill>
                  <a:srgbClr val="D15D43"/>
                </a:solidFill>
                <a:latin typeface="Arial"/>
                <a:ea typeface="Arial"/>
                <a:cs typeface="Arial"/>
              </a:defRPr>
            </a:lvl2pPr>
            <a:lvl3pPr algn="l">
              <a:defRPr sz="7725" b="1">
                <a:solidFill>
                  <a:srgbClr val="D15D43"/>
                </a:solidFill>
                <a:latin typeface="Arial"/>
                <a:ea typeface="Arial"/>
                <a:cs typeface="Arial"/>
              </a:defRPr>
            </a:lvl3pPr>
            <a:lvl4pPr algn="l">
              <a:defRPr sz="7725" b="1">
                <a:solidFill>
                  <a:srgbClr val="D15D43"/>
                </a:solidFill>
                <a:latin typeface="Arial"/>
                <a:ea typeface="Arial"/>
                <a:cs typeface="Arial"/>
              </a:defRPr>
            </a:lvl4pPr>
            <a:lvl5pPr algn="l">
              <a:defRPr sz="7725" b="1">
                <a:solidFill>
                  <a:srgbClr val="D15D43"/>
                </a:solidFill>
                <a:latin typeface="Arial"/>
                <a:ea typeface="Arial"/>
                <a:cs typeface="Arial"/>
              </a:defRPr>
            </a:lvl5pPr>
            <a:lvl6pPr algn="l">
              <a:defRPr sz="7725" b="1">
                <a:solidFill>
                  <a:srgbClr val="D15D43"/>
                </a:solidFill>
                <a:latin typeface="Arial"/>
                <a:ea typeface="Arial"/>
                <a:cs typeface="Arial"/>
              </a:defRPr>
            </a:lvl6pPr>
            <a:lvl7pPr algn="l">
              <a:defRPr sz="7725" b="1">
                <a:solidFill>
                  <a:srgbClr val="D15D43"/>
                </a:solidFill>
                <a:latin typeface="Arial"/>
                <a:ea typeface="Arial"/>
                <a:cs typeface="Arial"/>
              </a:defRPr>
            </a:lvl7pPr>
            <a:lvl8pPr algn="l">
              <a:defRPr sz="7725" b="1">
                <a:solidFill>
                  <a:srgbClr val="D15D43"/>
                </a:solidFill>
                <a:latin typeface="Arial"/>
                <a:ea typeface="Arial"/>
                <a:cs typeface="Arial"/>
              </a:defRPr>
            </a:lvl8pPr>
            <a:lvl9pPr algn="l">
              <a:defRPr sz="7725" b="1">
                <a:solidFill>
                  <a:srgbClr val="D15D43"/>
                </a:solidFill>
                <a:latin typeface="Arial"/>
                <a:ea typeface="Arial"/>
                <a:cs typeface="Arial"/>
              </a:defRPr>
            </a:lvl9pPr>
          </a:lstStyle>
          <a:p>
            <a:pPr algn="l">
              <a:defRPr sz="7725" b="1">
                <a:solidFill>
                  <a:srgbClr val="D15D43"/>
                </a:solidFill>
                <a:latin typeface="Arial"/>
                <a:ea typeface="Arial"/>
                <a:cs typeface="Arial"/>
              </a:defRPr>
            </a:pPr>
            <a:r>
              <a:rPr sz="7725" b="1" dirty="0">
                <a:solidFill>
                  <a:schemeClr val="accent1">
                    <a:lumMod val="75000"/>
                  </a:schemeClr>
                </a:solidFill>
                <a:latin typeface="Arial"/>
                <a:ea typeface="Arial"/>
                <a:cs typeface="Arial"/>
              </a:rPr>
              <a:t>60</a:t>
            </a:r>
          </a:p>
        </p:txBody>
      </p:sp>
      <p:sp>
        <p:nvSpPr>
          <p:cNvPr id="8" name="visual-189">
            <a:extLst>
              <a:ext uri="{FF2B5EF4-FFF2-40B4-BE49-F238E27FC236}">
                <a16:creationId xmlns:a16="http://schemas.microsoft.com/office/drawing/2014/main" id="{D61C9317-5E6A-484C-9165-4341C6119FC8}"/>
              </a:ext>
            </a:extLst>
          </p:cNvPr>
          <p:cNvSpPr>
            <a:spLocks noGrp="1"/>
          </p:cNvSpPr>
          <p:nvPr/>
        </p:nvSpPr>
        <p:spPr>
          <a:xfrm>
            <a:off x="619125" y="3190875"/>
            <a:ext cx="2762250" cy="428625"/>
          </a:xfrm>
          <a:prstGeom prst="rect">
            <a:avLst/>
          </a:prstGeom>
          <a:noFill/>
          <a:ln w="0">
            <a:noFill/>
            <a:prstDash val="solid"/>
          </a:ln>
        </p:spPr>
        <p:txBody>
          <a:bodyPr lIns="0" tIns="0" rIns="0" bIns="0" anchor="ctr"/>
          <a:lstStyle>
            <a:defPPr algn="l">
              <a:defRPr sz="2175" b="1">
                <a:solidFill>
                  <a:srgbClr val="132F3B"/>
                </a:solidFill>
                <a:latin typeface="Arial"/>
                <a:ea typeface="Arial"/>
                <a:cs typeface="Arial"/>
              </a:defRPr>
            </a:defPPr>
            <a:lvl1pPr algn="l">
              <a:defRPr sz="2175" b="1">
                <a:solidFill>
                  <a:srgbClr val="132F3B"/>
                </a:solidFill>
                <a:latin typeface="Arial"/>
                <a:ea typeface="Arial"/>
                <a:cs typeface="Arial"/>
              </a:defRPr>
            </a:lvl1pPr>
            <a:lvl2pPr algn="l">
              <a:defRPr sz="2175" b="1">
                <a:solidFill>
                  <a:srgbClr val="132F3B"/>
                </a:solidFill>
                <a:latin typeface="Arial"/>
                <a:ea typeface="Arial"/>
                <a:cs typeface="Arial"/>
              </a:defRPr>
            </a:lvl2pPr>
            <a:lvl3pPr algn="l">
              <a:defRPr sz="2175" b="1">
                <a:solidFill>
                  <a:srgbClr val="132F3B"/>
                </a:solidFill>
                <a:latin typeface="Arial"/>
                <a:ea typeface="Arial"/>
                <a:cs typeface="Arial"/>
              </a:defRPr>
            </a:lvl3pPr>
            <a:lvl4pPr algn="l">
              <a:defRPr sz="2175" b="1">
                <a:solidFill>
                  <a:srgbClr val="132F3B"/>
                </a:solidFill>
                <a:latin typeface="Arial"/>
                <a:ea typeface="Arial"/>
                <a:cs typeface="Arial"/>
              </a:defRPr>
            </a:lvl4pPr>
            <a:lvl5pPr algn="l">
              <a:defRPr sz="2175" b="1">
                <a:solidFill>
                  <a:srgbClr val="132F3B"/>
                </a:solidFill>
                <a:latin typeface="Arial"/>
                <a:ea typeface="Arial"/>
                <a:cs typeface="Arial"/>
              </a:defRPr>
            </a:lvl5pPr>
            <a:lvl6pPr algn="l">
              <a:defRPr sz="2175" b="1">
                <a:solidFill>
                  <a:srgbClr val="132F3B"/>
                </a:solidFill>
                <a:latin typeface="Arial"/>
                <a:ea typeface="Arial"/>
                <a:cs typeface="Arial"/>
              </a:defRPr>
            </a:lvl6pPr>
            <a:lvl7pPr algn="l">
              <a:defRPr sz="2175" b="1">
                <a:solidFill>
                  <a:srgbClr val="132F3B"/>
                </a:solidFill>
                <a:latin typeface="Arial"/>
                <a:ea typeface="Arial"/>
                <a:cs typeface="Arial"/>
              </a:defRPr>
            </a:lvl7pPr>
            <a:lvl8pPr algn="l">
              <a:defRPr sz="2175" b="1">
                <a:solidFill>
                  <a:srgbClr val="132F3B"/>
                </a:solidFill>
                <a:latin typeface="Arial"/>
                <a:ea typeface="Arial"/>
                <a:cs typeface="Arial"/>
              </a:defRPr>
            </a:lvl8pPr>
            <a:lvl9pPr algn="l">
              <a:defRPr sz="2175" b="1">
                <a:solidFill>
                  <a:srgbClr val="132F3B"/>
                </a:solidFill>
                <a:latin typeface="Arial"/>
                <a:ea typeface="Arial"/>
                <a:cs typeface="Arial"/>
              </a:defRPr>
            </a:lvl9pPr>
          </a:lstStyle>
          <a:p>
            <a:pPr algn="l">
              <a:defRPr sz="2175" b="1">
                <a:solidFill>
                  <a:srgbClr val="132F3B"/>
                </a:solidFill>
                <a:latin typeface="Arial"/>
                <a:ea typeface="Arial"/>
                <a:cs typeface="Arial"/>
              </a:defRPr>
            </a:pPr>
            <a:r>
              <a:rPr sz="2175" b="1">
                <a:solidFill>
                  <a:srgbClr val="132F3B"/>
                </a:solidFill>
                <a:latin typeface="Arial"/>
                <a:ea typeface="Arial"/>
                <a:cs typeface="Arial"/>
              </a:rPr>
              <a:t>planned hires</a:t>
            </a:r>
          </a:p>
        </p:txBody>
      </p:sp>
      <p:sp>
        <p:nvSpPr>
          <p:cNvPr id="9" name="visual-190">
            <a:extLst>
              <a:ext uri="{FF2B5EF4-FFF2-40B4-BE49-F238E27FC236}">
                <a16:creationId xmlns:a16="http://schemas.microsoft.com/office/drawing/2014/main" id="{96E8C7E3-69A4-44BA-A7E2-D277B1BFE6D2}"/>
              </a:ext>
            </a:extLst>
          </p:cNvPr>
          <p:cNvSpPr>
            <a:spLocks noGrp="1"/>
          </p:cNvSpPr>
          <p:nvPr/>
        </p:nvSpPr>
        <p:spPr>
          <a:xfrm>
            <a:off x="619125" y="3810000"/>
            <a:ext cx="2714625" cy="1200150"/>
          </a:xfrm>
          <a:prstGeom prst="rect">
            <a:avLst/>
          </a:prstGeom>
          <a:noFill/>
          <a:ln w="0">
            <a:noFill/>
            <a:prstDash val="solid"/>
          </a:ln>
        </p:spPr>
        <p:txBody>
          <a:bodyPr lIns="0" tIns="0" rIns="0" bIns="0" anchor="ctr"/>
          <a:lstStyle>
            <a:defPPr algn="l">
              <a:defRPr sz="2100" b="0">
                <a:solidFill>
                  <a:srgbClr val="526770"/>
                </a:solidFill>
                <a:latin typeface="Arial"/>
                <a:ea typeface="Arial"/>
                <a:cs typeface="Arial"/>
              </a:defRPr>
            </a:defPPr>
            <a:lvl1pPr algn="l">
              <a:defRPr sz="2100" b="0">
                <a:solidFill>
                  <a:srgbClr val="526770"/>
                </a:solidFill>
                <a:latin typeface="Arial"/>
                <a:ea typeface="Arial"/>
                <a:cs typeface="Arial"/>
              </a:defRPr>
            </a:lvl1pPr>
            <a:lvl2pPr algn="l">
              <a:defRPr sz="2100" b="0">
                <a:solidFill>
                  <a:srgbClr val="526770"/>
                </a:solidFill>
                <a:latin typeface="Arial"/>
                <a:ea typeface="Arial"/>
                <a:cs typeface="Arial"/>
              </a:defRPr>
            </a:lvl2pPr>
            <a:lvl3pPr algn="l">
              <a:defRPr sz="2100" b="0">
                <a:solidFill>
                  <a:srgbClr val="526770"/>
                </a:solidFill>
                <a:latin typeface="Arial"/>
                <a:ea typeface="Arial"/>
                <a:cs typeface="Arial"/>
              </a:defRPr>
            </a:lvl3pPr>
            <a:lvl4pPr algn="l">
              <a:defRPr sz="2100" b="0">
                <a:solidFill>
                  <a:srgbClr val="526770"/>
                </a:solidFill>
                <a:latin typeface="Arial"/>
                <a:ea typeface="Arial"/>
                <a:cs typeface="Arial"/>
              </a:defRPr>
            </a:lvl4pPr>
            <a:lvl5pPr algn="l">
              <a:defRPr sz="2100" b="0">
                <a:solidFill>
                  <a:srgbClr val="526770"/>
                </a:solidFill>
                <a:latin typeface="Arial"/>
                <a:ea typeface="Arial"/>
                <a:cs typeface="Arial"/>
              </a:defRPr>
            </a:lvl5pPr>
            <a:lvl6pPr algn="l">
              <a:defRPr sz="2100" b="0">
                <a:solidFill>
                  <a:srgbClr val="526770"/>
                </a:solidFill>
                <a:latin typeface="Arial"/>
                <a:ea typeface="Arial"/>
                <a:cs typeface="Arial"/>
              </a:defRPr>
            </a:lvl6pPr>
            <a:lvl7pPr algn="l">
              <a:defRPr sz="2100" b="0">
                <a:solidFill>
                  <a:srgbClr val="526770"/>
                </a:solidFill>
                <a:latin typeface="Arial"/>
                <a:ea typeface="Arial"/>
                <a:cs typeface="Arial"/>
              </a:defRPr>
            </a:lvl7pPr>
            <a:lvl8pPr algn="l">
              <a:defRPr sz="2100" b="0">
                <a:solidFill>
                  <a:srgbClr val="526770"/>
                </a:solidFill>
                <a:latin typeface="Arial"/>
                <a:ea typeface="Arial"/>
                <a:cs typeface="Arial"/>
              </a:defRPr>
            </a:lvl8pPr>
            <a:lvl9pPr algn="l">
              <a:defRPr sz="2100" b="0">
                <a:solidFill>
                  <a:srgbClr val="526770"/>
                </a:solidFill>
                <a:latin typeface="Arial"/>
                <a:ea typeface="Arial"/>
                <a:cs typeface="Arial"/>
              </a:defRPr>
            </a:lvl9pPr>
          </a:lstStyle>
          <a:p>
            <a:pPr algn="l">
              <a:defRPr sz="2100" b="0">
                <a:solidFill>
                  <a:srgbClr val="526770"/>
                </a:solidFill>
                <a:latin typeface="Arial"/>
                <a:ea typeface="Arial"/>
                <a:cs typeface="Arial"/>
              </a:defRPr>
            </a:pPr>
            <a:r>
              <a:rPr sz="2100" b="0" dirty="0">
                <a:solidFill>
                  <a:schemeClr val="bg2">
                    <a:lumMod val="25000"/>
                  </a:schemeClr>
                </a:solidFill>
                <a:latin typeface="Arial"/>
                <a:ea typeface="Arial"/>
                <a:cs typeface="Arial"/>
              </a:rPr>
              <a:t>Need 81</a:t>
            </a:r>
          </a:p>
          <a:p>
            <a:pPr algn="l">
              <a:defRPr sz="2100" b="0">
                <a:solidFill>
                  <a:srgbClr val="526770"/>
                </a:solidFill>
                <a:latin typeface="Arial"/>
                <a:ea typeface="Arial"/>
                <a:cs typeface="Arial"/>
              </a:defRPr>
            </a:pPr>
            <a:r>
              <a:rPr sz="2100" b="0" dirty="0">
                <a:solidFill>
                  <a:schemeClr val="bg2">
                    <a:lumMod val="25000"/>
                  </a:schemeClr>
                </a:solidFill>
                <a:latin typeface="Arial"/>
                <a:ea typeface="Arial"/>
                <a:cs typeface="Arial"/>
              </a:rPr>
              <a:t>Internal 16</a:t>
            </a:r>
          </a:p>
          <a:p>
            <a:pPr algn="l">
              <a:defRPr sz="2100" b="0">
                <a:solidFill>
                  <a:srgbClr val="526770"/>
                </a:solidFill>
                <a:latin typeface="Arial"/>
                <a:ea typeface="Arial"/>
                <a:cs typeface="Arial"/>
              </a:defRPr>
            </a:pPr>
            <a:r>
              <a:rPr sz="2100" b="0" dirty="0">
                <a:solidFill>
                  <a:schemeClr val="bg2">
                    <a:lumMod val="25000"/>
                  </a:schemeClr>
                </a:solidFill>
                <a:latin typeface="Arial"/>
                <a:ea typeface="Arial"/>
                <a:cs typeface="Arial"/>
              </a:rPr>
              <a:t>Vendor 8</a:t>
            </a:r>
          </a:p>
        </p:txBody>
      </p:sp>
      <p:sp>
        <p:nvSpPr>
          <p:cNvPr id="10" name="visual-191">
            <a:extLst>
              <a:ext uri="{FF2B5EF4-FFF2-40B4-BE49-F238E27FC236}">
                <a16:creationId xmlns:a16="http://schemas.microsoft.com/office/drawing/2014/main" id="{80036388-2973-4EDA-BED5-FDF4E69CCAD7}"/>
              </a:ext>
            </a:extLst>
          </p:cNvPr>
          <p:cNvSpPr>
            <a:spLocks noGrp="1"/>
          </p:cNvSpPr>
          <p:nvPr/>
        </p:nvSpPr>
        <p:spPr>
          <a:xfrm>
            <a:off x="4305300" y="2105025"/>
            <a:ext cx="552450" cy="552450"/>
          </a:xfrm>
          <a:prstGeom prst="ellipse">
            <a:avLst/>
          </a:prstGeom>
          <a:solidFill>
            <a:schemeClr val="bg2">
              <a:lumMod val="75000"/>
            </a:schemeClr>
          </a:solidFill>
          <a:ln w="0">
            <a:noFill/>
            <a:prstDash val="solid"/>
          </a:ln>
        </p:spPr>
      </p:sp>
      <p:sp>
        <p:nvSpPr>
          <p:cNvPr id="11" name="visual-192">
            <a:extLst>
              <a:ext uri="{FF2B5EF4-FFF2-40B4-BE49-F238E27FC236}">
                <a16:creationId xmlns:a16="http://schemas.microsoft.com/office/drawing/2014/main" id="{A15B4123-8CBD-439C-AD92-72F28BB2C4A6}"/>
              </a:ext>
            </a:extLst>
          </p:cNvPr>
          <p:cNvSpPr>
            <a:spLocks noGrp="1"/>
          </p:cNvSpPr>
          <p:nvPr/>
        </p:nvSpPr>
        <p:spPr>
          <a:xfrm>
            <a:off x="4305300" y="2105025"/>
            <a:ext cx="552450" cy="552450"/>
          </a:xfrm>
          <a:prstGeom prst="rect">
            <a:avLst/>
          </a:prstGeom>
          <a:noFill/>
          <a:ln w="0">
            <a:noFill/>
            <a:prstDash val="solid"/>
          </a:ln>
        </p:spPr>
        <p:txBody>
          <a:bodyPr lIns="0" tIns="0" rIns="0" bIns="0" anchor="ctr"/>
          <a:lstStyle>
            <a:defPPr algn="ctr">
              <a:defRPr sz="2175" b="1">
                <a:solidFill>
                  <a:srgbClr val="FFFFFF"/>
                </a:solidFill>
                <a:latin typeface="Arial"/>
                <a:ea typeface="Arial"/>
                <a:cs typeface="Arial"/>
              </a:defRPr>
            </a:defPPr>
            <a:lvl1pPr algn="ctr">
              <a:defRPr sz="2175" b="1">
                <a:solidFill>
                  <a:srgbClr val="FFFFFF"/>
                </a:solidFill>
                <a:latin typeface="Arial"/>
                <a:ea typeface="Arial"/>
                <a:cs typeface="Arial"/>
              </a:defRPr>
            </a:lvl1pPr>
            <a:lvl2pPr algn="ctr">
              <a:defRPr sz="2175" b="1">
                <a:solidFill>
                  <a:srgbClr val="FFFFFF"/>
                </a:solidFill>
                <a:latin typeface="Arial"/>
                <a:ea typeface="Arial"/>
                <a:cs typeface="Arial"/>
              </a:defRPr>
            </a:lvl2pPr>
            <a:lvl3pPr algn="ctr">
              <a:defRPr sz="2175" b="1">
                <a:solidFill>
                  <a:srgbClr val="FFFFFF"/>
                </a:solidFill>
                <a:latin typeface="Arial"/>
                <a:ea typeface="Arial"/>
                <a:cs typeface="Arial"/>
              </a:defRPr>
            </a:lvl3pPr>
            <a:lvl4pPr algn="ctr">
              <a:defRPr sz="2175" b="1">
                <a:solidFill>
                  <a:srgbClr val="FFFFFF"/>
                </a:solidFill>
                <a:latin typeface="Arial"/>
                <a:ea typeface="Arial"/>
                <a:cs typeface="Arial"/>
              </a:defRPr>
            </a:lvl4pPr>
            <a:lvl5pPr algn="ctr">
              <a:defRPr sz="2175" b="1">
                <a:solidFill>
                  <a:srgbClr val="FFFFFF"/>
                </a:solidFill>
                <a:latin typeface="Arial"/>
                <a:ea typeface="Arial"/>
                <a:cs typeface="Arial"/>
              </a:defRPr>
            </a:lvl5pPr>
            <a:lvl6pPr algn="ctr">
              <a:defRPr sz="2175" b="1">
                <a:solidFill>
                  <a:srgbClr val="FFFFFF"/>
                </a:solidFill>
                <a:latin typeface="Arial"/>
                <a:ea typeface="Arial"/>
                <a:cs typeface="Arial"/>
              </a:defRPr>
            </a:lvl6pPr>
            <a:lvl7pPr algn="ctr">
              <a:defRPr sz="2175" b="1">
                <a:solidFill>
                  <a:srgbClr val="FFFFFF"/>
                </a:solidFill>
                <a:latin typeface="Arial"/>
                <a:ea typeface="Arial"/>
                <a:cs typeface="Arial"/>
              </a:defRPr>
            </a:lvl7pPr>
            <a:lvl8pPr algn="ctr">
              <a:defRPr sz="2175" b="1">
                <a:solidFill>
                  <a:srgbClr val="FFFFFF"/>
                </a:solidFill>
                <a:latin typeface="Arial"/>
                <a:ea typeface="Arial"/>
                <a:cs typeface="Arial"/>
              </a:defRPr>
            </a:lvl8pPr>
            <a:lvl9pPr algn="ctr">
              <a:defRPr sz="2175" b="1">
                <a:solidFill>
                  <a:srgbClr val="FFFFFF"/>
                </a:solidFill>
                <a:latin typeface="Arial"/>
                <a:ea typeface="Arial"/>
                <a:cs typeface="Arial"/>
              </a:defRPr>
            </a:lvl9p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1</a:t>
            </a:r>
          </a:p>
        </p:txBody>
      </p:sp>
      <p:sp>
        <p:nvSpPr>
          <p:cNvPr id="12" name="visual-193">
            <a:extLst>
              <a:ext uri="{FF2B5EF4-FFF2-40B4-BE49-F238E27FC236}">
                <a16:creationId xmlns:a16="http://schemas.microsoft.com/office/drawing/2014/main" id="{7C91E023-F066-4395-8EEE-16BAFE451D63}"/>
              </a:ext>
            </a:extLst>
          </p:cNvPr>
          <p:cNvSpPr>
            <a:spLocks noGrp="1"/>
          </p:cNvSpPr>
          <p:nvPr/>
        </p:nvSpPr>
        <p:spPr>
          <a:xfrm>
            <a:off x="4886325" y="2362200"/>
            <a:ext cx="2057400" cy="28575"/>
          </a:xfrm>
          <a:prstGeom prst="rect">
            <a:avLst/>
          </a:prstGeom>
          <a:solidFill>
            <a:srgbClr val="C6D3D2"/>
          </a:solidFill>
          <a:ln w="0">
            <a:noFill/>
            <a:prstDash val="solid"/>
          </a:ln>
        </p:spPr>
      </p:sp>
      <p:sp>
        <p:nvSpPr>
          <p:cNvPr id="13" name="visual-194">
            <a:extLst>
              <a:ext uri="{FF2B5EF4-FFF2-40B4-BE49-F238E27FC236}">
                <a16:creationId xmlns:a16="http://schemas.microsoft.com/office/drawing/2014/main" id="{770DF55C-9662-407D-A6D6-028E53663E27}"/>
              </a:ext>
            </a:extLst>
          </p:cNvPr>
          <p:cNvSpPr>
            <a:spLocks noGrp="1"/>
          </p:cNvSpPr>
          <p:nvPr/>
        </p:nvSpPr>
        <p:spPr>
          <a:xfrm>
            <a:off x="3714750" y="2781300"/>
            <a:ext cx="2381250" cy="638175"/>
          </a:xfrm>
          <a:prstGeom prst="rect">
            <a:avLst/>
          </a:prstGeom>
          <a:noFill/>
          <a:ln w="0">
            <a:noFill/>
            <a:prstDash val="solid"/>
          </a:ln>
        </p:spPr>
        <p:txBody>
          <a:bodyPr lIns="0" tIns="0" rIns="0" bIns="0" anchor="ctr"/>
          <a:lstStyle>
            <a:defPPr algn="ctr">
              <a:defRPr sz="2175" b="1">
                <a:solidFill>
                  <a:srgbClr val="132F3B"/>
                </a:solidFill>
                <a:latin typeface="Arial"/>
                <a:ea typeface="Arial"/>
                <a:cs typeface="Arial"/>
              </a:defRPr>
            </a:defPPr>
            <a:lvl1pPr algn="ctr">
              <a:defRPr sz="2175" b="1">
                <a:solidFill>
                  <a:srgbClr val="132F3B"/>
                </a:solidFill>
                <a:latin typeface="Arial"/>
                <a:ea typeface="Arial"/>
                <a:cs typeface="Arial"/>
              </a:defRPr>
            </a:lvl1pPr>
            <a:lvl2pPr algn="ctr">
              <a:defRPr sz="2175" b="1">
                <a:solidFill>
                  <a:srgbClr val="132F3B"/>
                </a:solidFill>
                <a:latin typeface="Arial"/>
                <a:ea typeface="Arial"/>
                <a:cs typeface="Arial"/>
              </a:defRPr>
            </a:lvl2pPr>
            <a:lvl3pPr algn="ctr">
              <a:defRPr sz="2175" b="1">
                <a:solidFill>
                  <a:srgbClr val="132F3B"/>
                </a:solidFill>
                <a:latin typeface="Arial"/>
                <a:ea typeface="Arial"/>
                <a:cs typeface="Arial"/>
              </a:defRPr>
            </a:lvl3pPr>
            <a:lvl4pPr algn="ctr">
              <a:defRPr sz="2175" b="1">
                <a:solidFill>
                  <a:srgbClr val="132F3B"/>
                </a:solidFill>
                <a:latin typeface="Arial"/>
                <a:ea typeface="Arial"/>
                <a:cs typeface="Arial"/>
              </a:defRPr>
            </a:lvl4pPr>
            <a:lvl5pPr algn="ctr">
              <a:defRPr sz="2175" b="1">
                <a:solidFill>
                  <a:srgbClr val="132F3B"/>
                </a:solidFill>
                <a:latin typeface="Arial"/>
                <a:ea typeface="Arial"/>
                <a:cs typeface="Arial"/>
              </a:defRPr>
            </a:lvl5pPr>
            <a:lvl6pPr algn="ctr">
              <a:defRPr sz="2175" b="1">
                <a:solidFill>
                  <a:srgbClr val="132F3B"/>
                </a:solidFill>
                <a:latin typeface="Arial"/>
                <a:ea typeface="Arial"/>
                <a:cs typeface="Arial"/>
              </a:defRPr>
            </a:lvl6pPr>
            <a:lvl7pPr algn="ctr">
              <a:defRPr sz="2175" b="1">
                <a:solidFill>
                  <a:srgbClr val="132F3B"/>
                </a:solidFill>
                <a:latin typeface="Arial"/>
                <a:ea typeface="Arial"/>
                <a:cs typeface="Arial"/>
              </a:defRPr>
            </a:lvl7pPr>
            <a:lvl8pPr algn="ctr">
              <a:defRPr sz="2175" b="1">
                <a:solidFill>
                  <a:srgbClr val="132F3B"/>
                </a:solidFill>
                <a:latin typeface="Arial"/>
                <a:ea typeface="Arial"/>
                <a:cs typeface="Arial"/>
              </a:defRPr>
            </a:lvl8pPr>
            <a:lvl9pPr algn="ctr">
              <a:defRPr sz="2175" b="1">
                <a:solidFill>
                  <a:srgbClr val="132F3B"/>
                </a:solidFill>
                <a:latin typeface="Arial"/>
                <a:ea typeface="Arial"/>
                <a:cs typeface="Arial"/>
              </a:defRPr>
            </a:lvl9pPr>
          </a:lstStyle>
          <a:p>
            <a:pPr algn="ctr">
              <a:defRPr sz="2175" b="1">
                <a:solidFill>
                  <a:srgbClr val="132F3B"/>
                </a:solidFill>
                <a:latin typeface="Arial"/>
                <a:ea typeface="Arial"/>
                <a:cs typeface="Arial"/>
              </a:defRPr>
            </a:pPr>
            <a:r>
              <a:rPr sz="2175" b="1">
                <a:solidFill>
                  <a:srgbClr val="132F3B"/>
                </a:solidFill>
                <a:latin typeface="Arial"/>
                <a:ea typeface="Arial"/>
                <a:cs typeface="Arial"/>
              </a:rPr>
              <a:t>Approved data</a:t>
            </a:r>
          </a:p>
        </p:txBody>
      </p:sp>
      <p:sp>
        <p:nvSpPr>
          <p:cNvPr id="14" name="visual-195">
            <a:extLst>
              <a:ext uri="{FF2B5EF4-FFF2-40B4-BE49-F238E27FC236}">
                <a16:creationId xmlns:a16="http://schemas.microsoft.com/office/drawing/2014/main" id="{BFD69F78-3335-4F36-8403-B62C68BF3A0F}"/>
              </a:ext>
            </a:extLst>
          </p:cNvPr>
          <p:cNvSpPr>
            <a:spLocks noGrp="1"/>
          </p:cNvSpPr>
          <p:nvPr/>
        </p:nvSpPr>
        <p:spPr>
          <a:xfrm>
            <a:off x="6972300" y="2105025"/>
            <a:ext cx="552450" cy="552450"/>
          </a:xfrm>
          <a:prstGeom prst="ellipse">
            <a:avLst/>
          </a:prstGeom>
          <a:solidFill>
            <a:schemeClr val="bg2">
              <a:lumMod val="75000"/>
            </a:schemeClr>
          </a:solidFill>
          <a:ln w="0">
            <a:noFill/>
            <a:prstDash val="solid"/>
          </a:ln>
        </p:spPr>
      </p:sp>
      <p:sp>
        <p:nvSpPr>
          <p:cNvPr id="15" name="visual-196">
            <a:extLst>
              <a:ext uri="{FF2B5EF4-FFF2-40B4-BE49-F238E27FC236}">
                <a16:creationId xmlns:a16="http://schemas.microsoft.com/office/drawing/2014/main" id="{1CFE7D04-6E16-4C24-B96F-F56C8A43C223}"/>
              </a:ext>
            </a:extLst>
          </p:cNvPr>
          <p:cNvSpPr>
            <a:spLocks noGrp="1"/>
          </p:cNvSpPr>
          <p:nvPr/>
        </p:nvSpPr>
        <p:spPr>
          <a:xfrm>
            <a:off x="6972300" y="2105025"/>
            <a:ext cx="552450" cy="552450"/>
          </a:xfrm>
          <a:prstGeom prst="rect">
            <a:avLst/>
          </a:prstGeom>
          <a:noFill/>
          <a:ln w="0">
            <a:noFill/>
            <a:prstDash val="solid"/>
          </a:ln>
        </p:spPr>
        <p:txBody>
          <a:bodyPr lIns="0" tIns="0" rIns="0" bIns="0" anchor="ctr"/>
          <a:lstStyle>
            <a:defPPr algn="ctr">
              <a:defRPr sz="2175" b="1">
                <a:solidFill>
                  <a:srgbClr val="FFFFFF"/>
                </a:solidFill>
                <a:latin typeface="Arial"/>
                <a:ea typeface="Arial"/>
                <a:cs typeface="Arial"/>
              </a:defRPr>
            </a:defPPr>
            <a:lvl1pPr algn="ctr">
              <a:defRPr sz="2175" b="1">
                <a:solidFill>
                  <a:srgbClr val="FFFFFF"/>
                </a:solidFill>
                <a:latin typeface="Arial"/>
                <a:ea typeface="Arial"/>
                <a:cs typeface="Arial"/>
              </a:defRPr>
            </a:lvl1pPr>
            <a:lvl2pPr algn="ctr">
              <a:defRPr sz="2175" b="1">
                <a:solidFill>
                  <a:srgbClr val="FFFFFF"/>
                </a:solidFill>
                <a:latin typeface="Arial"/>
                <a:ea typeface="Arial"/>
                <a:cs typeface="Arial"/>
              </a:defRPr>
            </a:lvl2pPr>
            <a:lvl3pPr algn="ctr">
              <a:defRPr sz="2175" b="1">
                <a:solidFill>
                  <a:srgbClr val="FFFFFF"/>
                </a:solidFill>
                <a:latin typeface="Arial"/>
                <a:ea typeface="Arial"/>
                <a:cs typeface="Arial"/>
              </a:defRPr>
            </a:lvl3pPr>
            <a:lvl4pPr algn="ctr">
              <a:defRPr sz="2175" b="1">
                <a:solidFill>
                  <a:srgbClr val="FFFFFF"/>
                </a:solidFill>
                <a:latin typeface="Arial"/>
                <a:ea typeface="Arial"/>
                <a:cs typeface="Arial"/>
              </a:defRPr>
            </a:lvl4pPr>
            <a:lvl5pPr algn="ctr">
              <a:defRPr sz="2175" b="1">
                <a:solidFill>
                  <a:srgbClr val="FFFFFF"/>
                </a:solidFill>
                <a:latin typeface="Arial"/>
                <a:ea typeface="Arial"/>
                <a:cs typeface="Arial"/>
              </a:defRPr>
            </a:lvl5pPr>
            <a:lvl6pPr algn="ctr">
              <a:defRPr sz="2175" b="1">
                <a:solidFill>
                  <a:srgbClr val="FFFFFF"/>
                </a:solidFill>
                <a:latin typeface="Arial"/>
                <a:ea typeface="Arial"/>
                <a:cs typeface="Arial"/>
              </a:defRPr>
            </a:lvl6pPr>
            <a:lvl7pPr algn="ctr">
              <a:defRPr sz="2175" b="1">
                <a:solidFill>
                  <a:srgbClr val="FFFFFF"/>
                </a:solidFill>
                <a:latin typeface="Arial"/>
                <a:ea typeface="Arial"/>
                <a:cs typeface="Arial"/>
              </a:defRPr>
            </a:lvl7pPr>
            <a:lvl8pPr algn="ctr">
              <a:defRPr sz="2175" b="1">
                <a:solidFill>
                  <a:srgbClr val="FFFFFF"/>
                </a:solidFill>
                <a:latin typeface="Arial"/>
                <a:ea typeface="Arial"/>
                <a:cs typeface="Arial"/>
              </a:defRPr>
            </a:lvl8pPr>
            <a:lvl9pPr algn="ctr">
              <a:defRPr sz="2175" b="1">
                <a:solidFill>
                  <a:srgbClr val="FFFFFF"/>
                </a:solidFill>
                <a:latin typeface="Arial"/>
                <a:ea typeface="Arial"/>
                <a:cs typeface="Arial"/>
              </a:defRPr>
            </a:lvl9p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2</a:t>
            </a:r>
          </a:p>
        </p:txBody>
      </p:sp>
      <p:sp>
        <p:nvSpPr>
          <p:cNvPr id="16" name="visual-197">
            <a:extLst>
              <a:ext uri="{FF2B5EF4-FFF2-40B4-BE49-F238E27FC236}">
                <a16:creationId xmlns:a16="http://schemas.microsoft.com/office/drawing/2014/main" id="{93CC0581-1A77-4D4A-AF7F-D793CB18873B}"/>
              </a:ext>
            </a:extLst>
          </p:cNvPr>
          <p:cNvSpPr>
            <a:spLocks noGrp="1"/>
          </p:cNvSpPr>
          <p:nvPr/>
        </p:nvSpPr>
        <p:spPr>
          <a:xfrm>
            <a:off x="7553325" y="2362200"/>
            <a:ext cx="2057400" cy="28575"/>
          </a:xfrm>
          <a:prstGeom prst="rect">
            <a:avLst/>
          </a:prstGeom>
          <a:solidFill>
            <a:srgbClr val="C6D3D2"/>
          </a:solidFill>
          <a:ln w="0">
            <a:noFill/>
            <a:prstDash val="solid"/>
          </a:ln>
        </p:spPr>
      </p:sp>
      <p:sp>
        <p:nvSpPr>
          <p:cNvPr id="17" name="visual-198">
            <a:extLst>
              <a:ext uri="{FF2B5EF4-FFF2-40B4-BE49-F238E27FC236}">
                <a16:creationId xmlns:a16="http://schemas.microsoft.com/office/drawing/2014/main" id="{C93F14B3-064E-4CDE-9C78-A5A56A9A3B2F}"/>
              </a:ext>
            </a:extLst>
          </p:cNvPr>
          <p:cNvSpPr>
            <a:spLocks noGrp="1"/>
          </p:cNvSpPr>
          <p:nvPr/>
        </p:nvSpPr>
        <p:spPr>
          <a:xfrm>
            <a:off x="6381750" y="2781300"/>
            <a:ext cx="2381250" cy="638175"/>
          </a:xfrm>
          <a:prstGeom prst="rect">
            <a:avLst/>
          </a:prstGeom>
          <a:noFill/>
          <a:ln w="0">
            <a:noFill/>
            <a:prstDash val="solid"/>
          </a:ln>
        </p:spPr>
        <p:txBody>
          <a:bodyPr lIns="0" tIns="0" rIns="0" bIns="0" anchor="ctr"/>
          <a:lstStyle>
            <a:defPPr algn="ctr">
              <a:defRPr sz="2175" b="1">
                <a:solidFill>
                  <a:srgbClr val="132F3B"/>
                </a:solidFill>
                <a:latin typeface="Arial"/>
                <a:ea typeface="Arial"/>
                <a:cs typeface="Arial"/>
              </a:defRPr>
            </a:defPPr>
            <a:lvl1pPr algn="ctr">
              <a:defRPr sz="2175" b="1">
                <a:solidFill>
                  <a:srgbClr val="132F3B"/>
                </a:solidFill>
                <a:latin typeface="Arial"/>
                <a:ea typeface="Arial"/>
                <a:cs typeface="Arial"/>
              </a:defRPr>
            </a:lvl1pPr>
            <a:lvl2pPr algn="ctr">
              <a:defRPr sz="2175" b="1">
                <a:solidFill>
                  <a:srgbClr val="132F3B"/>
                </a:solidFill>
                <a:latin typeface="Arial"/>
                <a:ea typeface="Arial"/>
                <a:cs typeface="Arial"/>
              </a:defRPr>
            </a:lvl2pPr>
            <a:lvl3pPr algn="ctr">
              <a:defRPr sz="2175" b="1">
                <a:solidFill>
                  <a:srgbClr val="132F3B"/>
                </a:solidFill>
                <a:latin typeface="Arial"/>
                <a:ea typeface="Arial"/>
                <a:cs typeface="Arial"/>
              </a:defRPr>
            </a:lvl3pPr>
            <a:lvl4pPr algn="ctr">
              <a:defRPr sz="2175" b="1">
                <a:solidFill>
                  <a:srgbClr val="132F3B"/>
                </a:solidFill>
                <a:latin typeface="Arial"/>
                <a:ea typeface="Arial"/>
                <a:cs typeface="Arial"/>
              </a:defRPr>
            </a:lvl4pPr>
            <a:lvl5pPr algn="ctr">
              <a:defRPr sz="2175" b="1">
                <a:solidFill>
                  <a:srgbClr val="132F3B"/>
                </a:solidFill>
                <a:latin typeface="Arial"/>
                <a:ea typeface="Arial"/>
                <a:cs typeface="Arial"/>
              </a:defRPr>
            </a:lvl5pPr>
            <a:lvl6pPr algn="ctr">
              <a:defRPr sz="2175" b="1">
                <a:solidFill>
                  <a:srgbClr val="132F3B"/>
                </a:solidFill>
                <a:latin typeface="Arial"/>
                <a:ea typeface="Arial"/>
                <a:cs typeface="Arial"/>
              </a:defRPr>
            </a:lvl6pPr>
            <a:lvl7pPr algn="ctr">
              <a:defRPr sz="2175" b="1">
                <a:solidFill>
                  <a:srgbClr val="132F3B"/>
                </a:solidFill>
                <a:latin typeface="Arial"/>
                <a:ea typeface="Arial"/>
                <a:cs typeface="Arial"/>
              </a:defRPr>
            </a:lvl7pPr>
            <a:lvl8pPr algn="ctr">
              <a:defRPr sz="2175" b="1">
                <a:solidFill>
                  <a:srgbClr val="132F3B"/>
                </a:solidFill>
                <a:latin typeface="Arial"/>
                <a:ea typeface="Arial"/>
                <a:cs typeface="Arial"/>
              </a:defRPr>
            </a:lvl8pPr>
            <a:lvl9pPr algn="ctr">
              <a:defRPr sz="2175" b="1">
                <a:solidFill>
                  <a:srgbClr val="132F3B"/>
                </a:solidFill>
                <a:latin typeface="Arial"/>
                <a:ea typeface="Arial"/>
                <a:cs typeface="Arial"/>
              </a:defRPr>
            </a:lvl9pPr>
          </a:lstStyle>
          <a:p>
            <a:pPr algn="ctr">
              <a:defRPr sz="2175" b="1">
                <a:solidFill>
                  <a:srgbClr val="132F3B"/>
                </a:solidFill>
                <a:latin typeface="Arial"/>
                <a:ea typeface="Arial"/>
                <a:cs typeface="Arial"/>
              </a:defRPr>
            </a:pPr>
            <a:r>
              <a:rPr sz="2175" b="1">
                <a:solidFill>
                  <a:srgbClr val="132F3B"/>
                </a:solidFill>
                <a:latin typeface="Arial"/>
                <a:ea typeface="Arial"/>
                <a:cs typeface="Arial"/>
              </a:rPr>
              <a:t>Reliable pipeline</a:t>
            </a:r>
          </a:p>
        </p:txBody>
      </p:sp>
      <p:sp>
        <p:nvSpPr>
          <p:cNvPr id="18" name="visual-199">
            <a:extLst>
              <a:ext uri="{FF2B5EF4-FFF2-40B4-BE49-F238E27FC236}">
                <a16:creationId xmlns:a16="http://schemas.microsoft.com/office/drawing/2014/main" id="{8CA165A2-9E0C-4BFD-AD99-7DFE45CA07B0}"/>
              </a:ext>
            </a:extLst>
          </p:cNvPr>
          <p:cNvSpPr>
            <a:spLocks noGrp="1"/>
          </p:cNvSpPr>
          <p:nvPr/>
        </p:nvSpPr>
        <p:spPr>
          <a:xfrm>
            <a:off x="9639300" y="2105025"/>
            <a:ext cx="552450" cy="552450"/>
          </a:xfrm>
          <a:prstGeom prst="ellipse">
            <a:avLst/>
          </a:prstGeom>
          <a:solidFill>
            <a:schemeClr val="bg2">
              <a:lumMod val="75000"/>
            </a:schemeClr>
          </a:solidFill>
          <a:ln w="0">
            <a:noFill/>
            <a:prstDash val="solid"/>
          </a:ln>
        </p:spPr>
      </p:sp>
      <p:sp>
        <p:nvSpPr>
          <p:cNvPr id="19" name="visual-200">
            <a:extLst>
              <a:ext uri="{FF2B5EF4-FFF2-40B4-BE49-F238E27FC236}">
                <a16:creationId xmlns:a16="http://schemas.microsoft.com/office/drawing/2014/main" id="{42D8E290-2C1E-491A-AF2C-807BE6B36CBC}"/>
              </a:ext>
            </a:extLst>
          </p:cNvPr>
          <p:cNvSpPr>
            <a:spLocks noGrp="1"/>
          </p:cNvSpPr>
          <p:nvPr/>
        </p:nvSpPr>
        <p:spPr>
          <a:xfrm>
            <a:off x="9639300" y="2105025"/>
            <a:ext cx="552450" cy="552450"/>
          </a:xfrm>
          <a:prstGeom prst="rect">
            <a:avLst/>
          </a:prstGeom>
          <a:noFill/>
          <a:ln w="0">
            <a:noFill/>
            <a:prstDash val="solid"/>
          </a:ln>
        </p:spPr>
        <p:txBody>
          <a:bodyPr lIns="0" tIns="0" rIns="0" bIns="0" anchor="ctr"/>
          <a:lstStyle>
            <a:defPPr algn="ctr">
              <a:defRPr sz="2175" b="1">
                <a:solidFill>
                  <a:srgbClr val="FFFFFF"/>
                </a:solidFill>
                <a:latin typeface="Arial"/>
                <a:ea typeface="Arial"/>
                <a:cs typeface="Arial"/>
              </a:defRPr>
            </a:defPPr>
            <a:lvl1pPr algn="ctr">
              <a:defRPr sz="2175" b="1">
                <a:solidFill>
                  <a:srgbClr val="FFFFFF"/>
                </a:solidFill>
                <a:latin typeface="Arial"/>
                <a:ea typeface="Arial"/>
                <a:cs typeface="Arial"/>
              </a:defRPr>
            </a:lvl1pPr>
            <a:lvl2pPr algn="ctr">
              <a:defRPr sz="2175" b="1">
                <a:solidFill>
                  <a:srgbClr val="FFFFFF"/>
                </a:solidFill>
                <a:latin typeface="Arial"/>
                <a:ea typeface="Arial"/>
                <a:cs typeface="Arial"/>
              </a:defRPr>
            </a:lvl2pPr>
            <a:lvl3pPr algn="ctr">
              <a:defRPr sz="2175" b="1">
                <a:solidFill>
                  <a:srgbClr val="FFFFFF"/>
                </a:solidFill>
                <a:latin typeface="Arial"/>
                <a:ea typeface="Arial"/>
                <a:cs typeface="Arial"/>
              </a:defRPr>
            </a:lvl3pPr>
            <a:lvl4pPr algn="ctr">
              <a:defRPr sz="2175" b="1">
                <a:solidFill>
                  <a:srgbClr val="FFFFFF"/>
                </a:solidFill>
                <a:latin typeface="Arial"/>
                <a:ea typeface="Arial"/>
                <a:cs typeface="Arial"/>
              </a:defRPr>
            </a:lvl4pPr>
            <a:lvl5pPr algn="ctr">
              <a:defRPr sz="2175" b="1">
                <a:solidFill>
                  <a:srgbClr val="FFFFFF"/>
                </a:solidFill>
                <a:latin typeface="Arial"/>
                <a:ea typeface="Arial"/>
                <a:cs typeface="Arial"/>
              </a:defRPr>
            </a:lvl5pPr>
            <a:lvl6pPr algn="ctr">
              <a:defRPr sz="2175" b="1">
                <a:solidFill>
                  <a:srgbClr val="FFFFFF"/>
                </a:solidFill>
                <a:latin typeface="Arial"/>
                <a:ea typeface="Arial"/>
                <a:cs typeface="Arial"/>
              </a:defRPr>
            </a:lvl6pPr>
            <a:lvl7pPr algn="ctr">
              <a:defRPr sz="2175" b="1">
                <a:solidFill>
                  <a:srgbClr val="FFFFFF"/>
                </a:solidFill>
                <a:latin typeface="Arial"/>
                <a:ea typeface="Arial"/>
                <a:cs typeface="Arial"/>
              </a:defRPr>
            </a:lvl7pPr>
            <a:lvl8pPr algn="ctr">
              <a:defRPr sz="2175" b="1">
                <a:solidFill>
                  <a:srgbClr val="FFFFFF"/>
                </a:solidFill>
                <a:latin typeface="Arial"/>
                <a:ea typeface="Arial"/>
                <a:cs typeface="Arial"/>
              </a:defRPr>
            </a:lvl8pPr>
            <a:lvl9pPr algn="ctr">
              <a:defRPr sz="2175" b="1">
                <a:solidFill>
                  <a:srgbClr val="FFFFFF"/>
                </a:solidFill>
                <a:latin typeface="Arial"/>
                <a:ea typeface="Arial"/>
                <a:cs typeface="Arial"/>
              </a:defRPr>
            </a:lvl9p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3</a:t>
            </a:r>
          </a:p>
        </p:txBody>
      </p:sp>
      <p:sp>
        <p:nvSpPr>
          <p:cNvPr id="20" name="visual-201">
            <a:extLst>
              <a:ext uri="{FF2B5EF4-FFF2-40B4-BE49-F238E27FC236}">
                <a16:creationId xmlns:a16="http://schemas.microsoft.com/office/drawing/2014/main" id="{C45B66D9-CB04-4B54-B4C1-3658C5DA647B}"/>
              </a:ext>
            </a:extLst>
          </p:cNvPr>
          <p:cNvSpPr>
            <a:spLocks noGrp="1"/>
          </p:cNvSpPr>
          <p:nvPr/>
        </p:nvSpPr>
        <p:spPr>
          <a:xfrm>
            <a:off x="9048750" y="2781300"/>
            <a:ext cx="2381250" cy="638175"/>
          </a:xfrm>
          <a:prstGeom prst="rect">
            <a:avLst/>
          </a:prstGeom>
          <a:noFill/>
          <a:ln w="0">
            <a:noFill/>
            <a:prstDash val="solid"/>
          </a:ln>
        </p:spPr>
        <p:txBody>
          <a:bodyPr lIns="0" tIns="0" rIns="0" bIns="0" anchor="ctr"/>
          <a:lstStyle>
            <a:defPPr algn="ctr">
              <a:defRPr sz="2175" b="1">
                <a:solidFill>
                  <a:srgbClr val="132F3B"/>
                </a:solidFill>
                <a:latin typeface="Arial"/>
                <a:ea typeface="Arial"/>
                <a:cs typeface="Arial"/>
              </a:defRPr>
            </a:defPPr>
            <a:lvl1pPr algn="ctr">
              <a:defRPr sz="2175" b="1">
                <a:solidFill>
                  <a:srgbClr val="132F3B"/>
                </a:solidFill>
                <a:latin typeface="Arial"/>
                <a:ea typeface="Arial"/>
                <a:cs typeface="Arial"/>
              </a:defRPr>
            </a:lvl1pPr>
            <a:lvl2pPr algn="ctr">
              <a:defRPr sz="2175" b="1">
                <a:solidFill>
                  <a:srgbClr val="132F3B"/>
                </a:solidFill>
                <a:latin typeface="Arial"/>
                <a:ea typeface="Arial"/>
                <a:cs typeface="Arial"/>
              </a:defRPr>
            </a:lvl2pPr>
            <a:lvl3pPr algn="ctr">
              <a:defRPr sz="2175" b="1">
                <a:solidFill>
                  <a:srgbClr val="132F3B"/>
                </a:solidFill>
                <a:latin typeface="Arial"/>
                <a:ea typeface="Arial"/>
                <a:cs typeface="Arial"/>
              </a:defRPr>
            </a:lvl3pPr>
            <a:lvl4pPr algn="ctr">
              <a:defRPr sz="2175" b="1">
                <a:solidFill>
                  <a:srgbClr val="132F3B"/>
                </a:solidFill>
                <a:latin typeface="Arial"/>
                <a:ea typeface="Arial"/>
                <a:cs typeface="Arial"/>
              </a:defRPr>
            </a:lvl4pPr>
            <a:lvl5pPr algn="ctr">
              <a:defRPr sz="2175" b="1">
                <a:solidFill>
                  <a:srgbClr val="132F3B"/>
                </a:solidFill>
                <a:latin typeface="Arial"/>
                <a:ea typeface="Arial"/>
                <a:cs typeface="Arial"/>
              </a:defRPr>
            </a:lvl5pPr>
            <a:lvl6pPr algn="ctr">
              <a:defRPr sz="2175" b="1">
                <a:solidFill>
                  <a:srgbClr val="132F3B"/>
                </a:solidFill>
                <a:latin typeface="Arial"/>
                <a:ea typeface="Arial"/>
                <a:cs typeface="Arial"/>
              </a:defRPr>
            </a:lvl6pPr>
            <a:lvl7pPr algn="ctr">
              <a:defRPr sz="2175" b="1">
                <a:solidFill>
                  <a:srgbClr val="132F3B"/>
                </a:solidFill>
                <a:latin typeface="Arial"/>
                <a:ea typeface="Arial"/>
                <a:cs typeface="Arial"/>
              </a:defRPr>
            </a:lvl7pPr>
            <a:lvl8pPr algn="ctr">
              <a:defRPr sz="2175" b="1">
                <a:solidFill>
                  <a:srgbClr val="132F3B"/>
                </a:solidFill>
                <a:latin typeface="Arial"/>
                <a:ea typeface="Arial"/>
                <a:cs typeface="Arial"/>
              </a:defRPr>
            </a:lvl8pPr>
            <a:lvl9pPr algn="ctr">
              <a:defRPr sz="2175" b="1">
                <a:solidFill>
                  <a:srgbClr val="132F3B"/>
                </a:solidFill>
                <a:latin typeface="Arial"/>
                <a:ea typeface="Arial"/>
                <a:cs typeface="Arial"/>
              </a:defRPr>
            </a:lvl9pPr>
          </a:lstStyle>
          <a:p>
            <a:pPr algn="ctr">
              <a:defRPr sz="2175" b="1">
                <a:solidFill>
                  <a:srgbClr val="132F3B"/>
                </a:solidFill>
                <a:latin typeface="Arial"/>
                <a:ea typeface="Arial"/>
                <a:cs typeface="Arial"/>
              </a:defRPr>
            </a:pPr>
            <a:r>
              <a:rPr sz="2175" b="1">
                <a:solidFill>
                  <a:srgbClr val="132F3B"/>
                </a:solidFill>
                <a:latin typeface="Arial"/>
                <a:ea typeface="Arial"/>
                <a:cs typeface="Arial"/>
              </a:rPr>
              <a:t>Checked output</a:t>
            </a:r>
          </a:p>
        </p:txBody>
      </p:sp>
      <p:sp>
        <p:nvSpPr>
          <p:cNvPr id="21" name="visual-202">
            <a:extLst>
              <a:ext uri="{FF2B5EF4-FFF2-40B4-BE49-F238E27FC236}">
                <a16:creationId xmlns:a16="http://schemas.microsoft.com/office/drawing/2014/main" id="{4EF3D6C1-3F4C-4E3F-80F5-1E347B006603}"/>
              </a:ext>
            </a:extLst>
          </p:cNvPr>
          <p:cNvSpPr>
            <a:spLocks noGrp="1"/>
          </p:cNvSpPr>
          <p:nvPr/>
        </p:nvSpPr>
        <p:spPr>
          <a:xfrm>
            <a:off x="3714750" y="3590925"/>
            <a:ext cx="7858125" cy="876300"/>
          </a:xfrm>
          <a:prstGeom prst="rect">
            <a:avLst/>
          </a:prstGeom>
          <a:noFill/>
          <a:ln w="0">
            <a:noFill/>
            <a:prstDash val="solid"/>
          </a:ln>
        </p:spPr>
        <p:txBody>
          <a:bodyPr lIns="0" tIns="0" rIns="0" bIns="0" anchor="ctr"/>
          <a:lstStyle>
            <a:defPPr algn="l">
              <a:defRPr sz="2100" b="0">
                <a:solidFill>
                  <a:srgbClr val="132F3B"/>
                </a:solidFill>
                <a:latin typeface="Arial"/>
                <a:ea typeface="Arial"/>
                <a:cs typeface="Arial"/>
              </a:defRPr>
            </a:defPPr>
            <a:lvl1pPr algn="l">
              <a:defRPr sz="2100" b="0">
                <a:solidFill>
                  <a:srgbClr val="132F3B"/>
                </a:solidFill>
                <a:latin typeface="Arial"/>
                <a:ea typeface="Arial"/>
                <a:cs typeface="Arial"/>
              </a:defRPr>
            </a:lvl1pPr>
            <a:lvl2pPr algn="l">
              <a:defRPr sz="2100" b="0">
                <a:solidFill>
                  <a:srgbClr val="132F3B"/>
                </a:solidFill>
                <a:latin typeface="Arial"/>
                <a:ea typeface="Arial"/>
                <a:cs typeface="Arial"/>
              </a:defRPr>
            </a:lvl2pPr>
            <a:lvl3pPr algn="l">
              <a:defRPr sz="2100" b="0">
                <a:solidFill>
                  <a:srgbClr val="132F3B"/>
                </a:solidFill>
                <a:latin typeface="Arial"/>
                <a:ea typeface="Arial"/>
                <a:cs typeface="Arial"/>
              </a:defRPr>
            </a:lvl3pPr>
            <a:lvl4pPr algn="l">
              <a:defRPr sz="2100" b="0">
                <a:solidFill>
                  <a:srgbClr val="132F3B"/>
                </a:solidFill>
                <a:latin typeface="Arial"/>
                <a:ea typeface="Arial"/>
                <a:cs typeface="Arial"/>
              </a:defRPr>
            </a:lvl4pPr>
            <a:lvl5pPr algn="l">
              <a:defRPr sz="2100" b="0">
                <a:solidFill>
                  <a:srgbClr val="132F3B"/>
                </a:solidFill>
                <a:latin typeface="Arial"/>
                <a:ea typeface="Arial"/>
                <a:cs typeface="Arial"/>
              </a:defRPr>
            </a:lvl5pPr>
            <a:lvl6pPr algn="l">
              <a:defRPr sz="2100" b="0">
                <a:solidFill>
                  <a:srgbClr val="132F3B"/>
                </a:solidFill>
                <a:latin typeface="Arial"/>
                <a:ea typeface="Arial"/>
                <a:cs typeface="Arial"/>
              </a:defRPr>
            </a:lvl6pPr>
            <a:lvl7pPr algn="l">
              <a:defRPr sz="2100" b="0">
                <a:solidFill>
                  <a:srgbClr val="132F3B"/>
                </a:solidFill>
                <a:latin typeface="Arial"/>
                <a:ea typeface="Arial"/>
                <a:cs typeface="Arial"/>
              </a:defRPr>
            </a:lvl7pPr>
            <a:lvl8pPr algn="l">
              <a:defRPr sz="2100" b="0">
                <a:solidFill>
                  <a:srgbClr val="132F3B"/>
                </a:solidFill>
                <a:latin typeface="Arial"/>
                <a:ea typeface="Arial"/>
                <a:cs typeface="Arial"/>
              </a:defRPr>
            </a:lvl8pPr>
            <a:lvl9pPr algn="l">
              <a:defRPr sz="2100" b="0">
                <a:solidFill>
                  <a:srgbClr val="132F3B"/>
                </a:solidFill>
                <a:latin typeface="Arial"/>
                <a:ea typeface="Arial"/>
                <a:cs typeface="Arial"/>
              </a:defRPr>
            </a:lvl9pPr>
          </a:lstStyle>
          <a:p>
            <a:pPr algn="l">
              <a:defRPr sz="2100" b="0">
                <a:solidFill>
                  <a:srgbClr val="132F3B"/>
                </a:solidFill>
                <a:latin typeface="Arial"/>
                <a:ea typeface="Arial"/>
                <a:cs typeface="Arial"/>
              </a:defRPr>
            </a:pPr>
            <a:r>
              <a:rPr sz="2100" b="0">
                <a:solidFill>
                  <a:srgbClr val="132F3B"/>
                </a:solidFill>
                <a:latin typeface="Arial"/>
                <a:ea typeface="Arial"/>
                <a:cs typeface="Arial"/>
              </a:rPr>
              <a:t>Build pipelines and AI components.</a:t>
            </a:r>
          </a:p>
          <a:p>
            <a:pPr algn="l">
              <a:defRPr sz="2100" b="0">
                <a:solidFill>
                  <a:srgbClr val="132F3B"/>
                </a:solidFill>
                <a:latin typeface="Arial"/>
                <a:ea typeface="Arial"/>
                <a:cs typeface="Arial"/>
              </a:defRPr>
            </a:pPr>
            <a:r>
              <a:rPr sz="2100" b="0">
                <a:solidFill>
                  <a:srgbClr val="132F3B"/>
                </a:solidFill>
                <a:latin typeface="Arial"/>
                <a:ea typeface="Arial"/>
                <a:cs typeface="Arial"/>
              </a:rPr>
              <a:t>Check data quality and investigate unsafe output.</a:t>
            </a:r>
          </a:p>
        </p:txBody>
      </p:sp>
      <p:sp>
        <p:nvSpPr>
          <p:cNvPr id="22" name="visual-203">
            <a:extLst>
              <a:ext uri="{FF2B5EF4-FFF2-40B4-BE49-F238E27FC236}">
                <a16:creationId xmlns:a16="http://schemas.microsoft.com/office/drawing/2014/main" id="{E34DFC67-EA67-4152-8D75-9D5419D1A704}"/>
              </a:ext>
            </a:extLst>
          </p:cNvPr>
          <p:cNvSpPr>
            <a:spLocks noGrp="1"/>
          </p:cNvSpPr>
          <p:nvPr/>
        </p:nvSpPr>
        <p:spPr>
          <a:xfrm>
            <a:off x="3714750" y="4552950"/>
            <a:ext cx="7858125" cy="419100"/>
          </a:xfrm>
          <a:prstGeom prst="rect">
            <a:avLst/>
          </a:prstGeom>
          <a:noFill/>
          <a:ln w="0">
            <a:noFill/>
            <a:prstDash val="solid"/>
          </a:ln>
        </p:spPr>
        <p:txBody>
          <a:bodyPr lIns="0" tIns="0" rIns="0" bIns="0" anchor="ctr"/>
          <a:lstStyle>
            <a:defPPr algn="l">
              <a:defRPr sz="1875" b="0">
                <a:solidFill>
                  <a:srgbClr val="526770"/>
                </a:solidFill>
                <a:latin typeface="Arial"/>
                <a:ea typeface="Arial"/>
                <a:cs typeface="Arial"/>
              </a:defRPr>
            </a:defPPr>
            <a:lvl1pPr algn="l">
              <a:defRPr sz="1875" b="0">
                <a:solidFill>
                  <a:srgbClr val="526770"/>
                </a:solidFill>
                <a:latin typeface="Arial"/>
                <a:ea typeface="Arial"/>
                <a:cs typeface="Arial"/>
              </a:defRPr>
            </a:lvl1pPr>
            <a:lvl2pPr algn="l">
              <a:defRPr sz="1875" b="0">
                <a:solidFill>
                  <a:srgbClr val="526770"/>
                </a:solidFill>
                <a:latin typeface="Arial"/>
                <a:ea typeface="Arial"/>
                <a:cs typeface="Arial"/>
              </a:defRPr>
            </a:lvl2pPr>
            <a:lvl3pPr algn="l">
              <a:defRPr sz="1875" b="0">
                <a:solidFill>
                  <a:srgbClr val="526770"/>
                </a:solidFill>
                <a:latin typeface="Arial"/>
                <a:ea typeface="Arial"/>
                <a:cs typeface="Arial"/>
              </a:defRPr>
            </a:lvl3pPr>
            <a:lvl4pPr algn="l">
              <a:defRPr sz="1875" b="0">
                <a:solidFill>
                  <a:srgbClr val="526770"/>
                </a:solidFill>
                <a:latin typeface="Arial"/>
                <a:ea typeface="Arial"/>
                <a:cs typeface="Arial"/>
              </a:defRPr>
            </a:lvl4pPr>
            <a:lvl5pPr algn="l">
              <a:defRPr sz="1875" b="0">
                <a:solidFill>
                  <a:srgbClr val="526770"/>
                </a:solidFill>
                <a:latin typeface="Arial"/>
                <a:ea typeface="Arial"/>
                <a:cs typeface="Arial"/>
              </a:defRPr>
            </a:lvl5pPr>
            <a:lvl6pPr algn="l">
              <a:defRPr sz="1875" b="0">
                <a:solidFill>
                  <a:srgbClr val="526770"/>
                </a:solidFill>
                <a:latin typeface="Arial"/>
                <a:ea typeface="Arial"/>
                <a:cs typeface="Arial"/>
              </a:defRPr>
            </a:lvl6pPr>
            <a:lvl7pPr algn="l">
              <a:defRPr sz="1875" b="0">
                <a:solidFill>
                  <a:srgbClr val="526770"/>
                </a:solidFill>
                <a:latin typeface="Arial"/>
                <a:ea typeface="Arial"/>
                <a:cs typeface="Arial"/>
              </a:defRPr>
            </a:lvl7pPr>
            <a:lvl8pPr algn="l">
              <a:defRPr sz="1875" b="0">
                <a:solidFill>
                  <a:srgbClr val="526770"/>
                </a:solidFill>
                <a:latin typeface="Arial"/>
                <a:ea typeface="Arial"/>
                <a:cs typeface="Arial"/>
              </a:defRPr>
            </a:lvl8pPr>
            <a:lvl9pPr algn="l">
              <a:defRPr sz="1875" b="0">
                <a:solidFill>
                  <a:srgbClr val="526770"/>
                </a:solidFill>
                <a:latin typeface="Arial"/>
                <a:ea typeface="Arial"/>
                <a:cs typeface="Arial"/>
              </a:defRPr>
            </a:lvl9pPr>
          </a:lstStyle>
          <a:p>
            <a:pPr algn="l">
              <a:defRPr sz="1875" b="0">
                <a:solidFill>
                  <a:srgbClr val="526770"/>
                </a:solidFill>
                <a:latin typeface="Arial"/>
                <a:ea typeface="Arial"/>
                <a:cs typeface="Arial"/>
              </a:defRPr>
            </a:pPr>
            <a:r>
              <a:rPr sz="1875" b="0" dirty="0">
                <a:solidFill>
                  <a:schemeClr val="tx1"/>
                </a:solidFill>
                <a:latin typeface="Arial"/>
                <a:ea typeface="Arial"/>
                <a:cs typeface="Arial"/>
              </a:rPr>
              <a:t>Candidate: Data reasoning and reproducible analysis</a:t>
            </a:r>
          </a:p>
        </p:txBody>
      </p:sp>
      <p:sp>
        <p:nvSpPr>
          <p:cNvPr id="23" name="visual-204">
            <a:extLst>
              <a:ext uri="{FF2B5EF4-FFF2-40B4-BE49-F238E27FC236}">
                <a16:creationId xmlns:a16="http://schemas.microsoft.com/office/drawing/2014/main" id="{DCA02A5A-E9D0-4BB3-B918-72864D2965F7}"/>
              </a:ext>
            </a:extLst>
          </p:cNvPr>
          <p:cNvSpPr>
            <a:spLocks noGrp="1"/>
          </p:cNvSpPr>
          <p:nvPr/>
        </p:nvSpPr>
        <p:spPr>
          <a:xfrm>
            <a:off x="3714750" y="4991100"/>
            <a:ext cx="7858125" cy="419100"/>
          </a:xfrm>
          <a:prstGeom prst="rect">
            <a:avLst/>
          </a:prstGeom>
          <a:noFill/>
          <a:ln w="0">
            <a:noFill/>
            <a:prstDash val="solid"/>
          </a:ln>
        </p:spPr>
        <p:txBody>
          <a:bodyPr lIns="0" tIns="0" rIns="0" bIns="0" anchor="ctr"/>
          <a:lstStyle>
            <a:defPPr algn="l">
              <a:defRPr sz="1875" b="0">
                <a:solidFill>
                  <a:srgbClr val="526770"/>
                </a:solidFill>
                <a:latin typeface="Arial"/>
                <a:ea typeface="Arial"/>
                <a:cs typeface="Arial"/>
              </a:defRPr>
            </a:defPPr>
            <a:lvl1pPr algn="l">
              <a:defRPr sz="1875" b="0">
                <a:solidFill>
                  <a:srgbClr val="526770"/>
                </a:solidFill>
                <a:latin typeface="Arial"/>
                <a:ea typeface="Arial"/>
                <a:cs typeface="Arial"/>
              </a:defRPr>
            </a:lvl1pPr>
            <a:lvl2pPr algn="l">
              <a:defRPr sz="1875" b="0">
                <a:solidFill>
                  <a:srgbClr val="526770"/>
                </a:solidFill>
                <a:latin typeface="Arial"/>
                <a:ea typeface="Arial"/>
                <a:cs typeface="Arial"/>
              </a:defRPr>
            </a:lvl2pPr>
            <a:lvl3pPr algn="l">
              <a:defRPr sz="1875" b="0">
                <a:solidFill>
                  <a:srgbClr val="526770"/>
                </a:solidFill>
                <a:latin typeface="Arial"/>
                <a:ea typeface="Arial"/>
                <a:cs typeface="Arial"/>
              </a:defRPr>
            </a:lvl3pPr>
            <a:lvl4pPr algn="l">
              <a:defRPr sz="1875" b="0">
                <a:solidFill>
                  <a:srgbClr val="526770"/>
                </a:solidFill>
                <a:latin typeface="Arial"/>
                <a:ea typeface="Arial"/>
                <a:cs typeface="Arial"/>
              </a:defRPr>
            </a:lvl4pPr>
            <a:lvl5pPr algn="l">
              <a:defRPr sz="1875" b="0">
                <a:solidFill>
                  <a:srgbClr val="526770"/>
                </a:solidFill>
                <a:latin typeface="Arial"/>
                <a:ea typeface="Arial"/>
                <a:cs typeface="Arial"/>
              </a:defRPr>
            </a:lvl5pPr>
            <a:lvl6pPr algn="l">
              <a:defRPr sz="1875" b="0">
                <a:solidFill>
                  <a:srgbClr val="526770"/>
                </a:solidFill>
                <a:latin typeface="Arial"/>
                <a:ea typeface="Arial"/>
                <a:cs typeface="Arial"/>
              </a:defRPr>
            </a:lvl6pPr>
            <a:lvl7pPr algn="l">
              <a:defRPr sz="1875" b="0">
                <a:solidFill>
                  <a:srgbClr val="526770"/>
                </a:solidFill>
                <a:latin typeface="Arial"/>
                <a:ea typeface="Arial"/>
                <a:cs typeface="Arial"/>
              </a:defRPr>
            </a:lvl7pPr>
            <a:lvl8pPr algn="l">
              <a:defRPr sz="1875" b="0">
                <a:solidFill>
                  <a:srgbClr val="526770"/>
                </a:solidFill>
                <a:latin typeface="Arial"/>
                <a:ea typeface="Arial"/>
                <a:cs typeface="Arial"/>
              </a:defRPr>
            </a:lvl8pPr>
            <a:lvl9pPr algn="l">
              <a:defRPr sz="1875" b="0">
                <a:solidFill>
                  <a:srgbClr val="526770"/>
                </a:solidFill>
                <a:latin typeface="Arial"/>
                <a:ea typeface="Arial"/>
                <a:cs typeface="Arial"/>
              </a:defRPr>
            </a:lvl9pPr>
          </a:lstStyle>
          <a:p>
            <a:pPr algn="l">
              <a:defRPr sz="1875" b="0">
                <a:solidFill>
                  <a:srgbClr val="526770"/>
                </a:solidFill>
                <a:latin typeface="Arial"/>
                <a:ea typeface="Arial"/>
                <a:cs typeface="Arial"/>
              </a:defRPr>
            </a:pPr>
            <a:r>
              <a:rPr sz="1875" b="0">
                <a:solidFill>
                  <a:schemeClr val="tx1"/>
                </a:solidFill>
                <a:latin typeface="Arial"/>
                <a:ea typeface="Arial"/>
                <a:cs typeface="Arial"/>
              </a:rPr>
              <a:t>Selection: Find an anomaly and explain a model failure.</a:t>
            </a:r>
          </a:p>
        </p:txBody>
      </p:sp>
      <p:sp>
        <p:nvSpPr>
          <p:cNvPr id="24" name="visual-205">
            <a:extLst>
              <a:ext uri="{FF2B5EF4-FFF2-40B4-BE49-F238E27FC236}">
                <a16:creationId xmlns:a16="http://schemas.microsoft.com/office/drawing/2014/main" id="{E9C7AA5E-6B9E-4E14-B389-BE1DAD45BAFB}"/>
              </a:ext>
            </a:extLst>
          </p:cNvPr>
          <p:cNvSpPr>
            <a:spLocks noGrp="1"/>
          </p:cNvSpPr>
          <p:nvPr/>
        </p:nvSpPr>
        <p:spPr>
          <a:xfrm>
            <a:off x="571500" y="5391150"/>
            <a:ext cx="11001375" cy="333375"/>
          </a:xfrm>
          <a:prstGeom prst="rect">
            <a:avLst/>
          </a:prstGeom>
          <a:noFill/>
          <a:ln w="0">
            <a:noFill/>
            <a:prstDash val="solid"/>
          </a:ln>
        </p:spPr>
        <p:txBody>
          <a:bodyPr lIns="0" tIns="0" rIns="0" bIns="0" anchor="ctr"/>
          <a:lstStyle>
            <a:defPPr algn="l">
              <a:defRPr sz="1800" b="1">
                <a:solidFill>
                  <a:srgbClr val="132F3B"/>
                </a:solidFill>
                <a:latin typeface="Arial"/>
                <a:ea typeface="Arial"/>
                <a:cs typeface="Arial"/>
              </a:defRPr>
            </a:defPPr>
            <a:lvl1pPr algn="l">
              <a:defRPr sz="1800" b="1">
                <a:solidFill>
                  <a:srgbClr val="132F3B"/>
                </a:solidFill>
                <a:latin typeface="Arial"/>
                <a:ea typeface="Arial"/>
                <a:cs typeface="Arial"/>
              </a:defRPr>
            </a:lvl1pPr>
            <a:lvl2pPr algn="l">
              <a:defRPr sz="1800" b="1">
                <a:solidFill>
                  <a:srgbClr val="132F3B"/>
                </a:solidFill>
                <a:latin typeface="Arial"/>
                <a:ea typeface="Arial"/>
                <a:cs typeface="Arial"/>
              </a:defRPr>
            </a:lvl2pPr>
            <a:lvl3pPr algn="l">
              <a:defRPr sz="1800" b="1">
                <a:solidFill>
                  <a:srgbClr val="132F3B"/>
                </a:solidFill>
                <a:latin typeface="Arial"/>
                <a:ea typeface="Arial"/>
                <a:cs typeface="Arial"/>
              </a:defRPr>
            </a:lvl3pPr>
            <a:lvl4pPr algn="l">
              <a:defRPr sz="1800" b="1">
                <a:solidFill>
                  <a:srgbClr val="132F3B"/>
                </a:solidFill>
                <a:latin typeface="Arial"/>
                <a:ea typeface="Arial"/>
                <a:cs typeface="Arial"/>
              </a:defRPr>
            </a:lvl4pPr>
            <a:lvl5pPr algn="l">
              <a:defRPr sz="1800" b="1">
                <a:solidFill>
                  <a:srgbClr val="132F3B"/>
                </a:solidFill>
                <a:latin typeface="Arial"/>
                <a:ea typeface="Arial"/>
                <a:cs typeface="Arial"/>
              </a:defRPr>
            </a:lvl5pPr>
            <a:lvl6pPr algn="l">
              <a:defRPr sz="1800" b="1">
                <a:solidFill>
                  <a:srgbClr val="132F3B"/>
                </a:solidFill>
                <a:latin typeface="Arial"/>
                <a:ea typeface="Arial"/>
                <a:cs typeface="Arial"/>
              </a:defRPr>
            </a:lvl6pPr>
            <a:lvl7pPr algn="l">
              <a:defRPr sz="1800" b="1">
                <a:solidFill>
                  <a:srgbClr val="132F3B"/>
                </a:solidFill>
                <a:latin typeface="Arial"/>
                <a:ea typeface="Arial"/>
                <a:cs typeface="Arial"/>
              </a:defRPr>
            </a:lvl7pPr>
            <a:lvl8pPr algn="l">
              <a:defRPr sz="1800" b="1">
                <a:solidFill>
                  <a:srgbClr val="132F3B"/>
                </a:solidFill>
                <a:latin typeface="Arial"/>
                <a:ea typeface="Arial"/>
                <a:cs typeface="Arial"/>
              </a:defRPr>
            </a:lvl8pPr>
            <a:lvl9pPr algn="l">
              <a:defRPr sz="1800" b="1">
                <a:solidFill>
                  <a:srgbClr val="132F3B"/>
                </a:solidFill>
                <a:latin typeface="Arial"/>
                <a:ea typeface="Arial"/>
                <a:cs typeface="Arial"/>
              </a:defRPr>
            </a:lvl9pPr>
          </a:lstStyle>
          <a:p>
            <a:pPr algn="l">
              <a:defRPr sz="1800" b="1">
                <a:solidFill>
                  <a:srgbClr val="132F3B"/>
                </a:solidFill>
                <a:latin typeface="Arial"/>
                <a:ea typeface="Arial"/>
                <a:cs typeface="Arial"/>
              </a:defRPr>
            </a:pPr>
            <a:r>
              <a:rPr sz="1800" b="1">
                <a:solidFill>
                  <a:srgbClr val="132F3B"/>
                </a:solidFill>
                <a:latin typeface="Arial"/>
                <a:ea typeface="Arial"/>
                <a:cs typeface="Arial"/>
              </a:rPr>
              <a:t>Data owners approve access. AI output needs human judgement.</a:t>
            </a:r>
          </a:p>
        </p:txBody>
      </p:sp>
    </p:spTree>
    <p:extLst>
      <p:ext uri="{BB962C8B-B14F-4D97-AF65-F5344CB8AC3E}">
        <p14:creationId xmlns:p14="http://schemas.microsoft.com/office/powerpoint/2010/main" val="1558951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visual-206">
            <a:extLst>
              <a:ext uri="{FF2B5EF4-FFF2-40B4-BE49-F238E27FC236}">
                <a16:creationId xmlns:a16="http://schemas.microsoft.com/office/drawing/2014/main" id="{F0B23110-EE92-4BE4-937E-9E2800AD438A}"/>
              </a:ext>
            </a:extLst>
          </p:cNvPr>
          <p:cNvSpPr>
            <a:spLocks noGrp="1"/>
          </p:cNvSpPr>
          <p:nvPr/>
        </p:nvSpPr>
        <p:spPr>
          <a:xfrm>
            <a:off x="0" y="0"/>
            <a:ext cx="133350" cy="6858000"/>
          </a:xfrm>
          <a:prstGeom prst="rect">
            <a:avLst/>
          </a:prstGeom>
          <a:solidFill>
            <a:schemeClr val="tx2">
              <a:lumMod val="75000"/>
            </a:schemeClr>
          </a:solidFill>
          <a:ln w="0">
            <a:noFill/>
            <a:prstDash val="solid"/>
          </a:ln>
        </p:spPr>
      </p:sp>
      <p:sp>
        <p:nvSpPr>
          <p:cNvPr id="2" name="visual-207">
            <a:extLst>
              <a:ext uri="{FF2B5EF4-FFF2-40B4-BE49-F238E27FC236}">
                <a16:creationId xmlns:a16="http://schemas.microsoft.com/office/drawing/2014/main" id="{AEB4DC7B-0824-484C-A063-BAE17DF1474A}"/>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F7F4ED"/>
                </a:solidFill>
                <a:latin typeface="Arial"/>
                <a:ea typeface="Arial"/>
                <a:cs typeface="Arial"/>
              </a:defRPr>
            </a:defPPr>
            <a:lvl1pPr algn="l">
              <a:defRPr sz="3300" b="1">
                <a:solidFill>
                  <a:srgbClr val="F7F4ED"/>
                </a:solidFill>
                <a:latin typeface="Arial"/>
                <a:ea typeface="Arial"/>
                <a:cs typeface="Arial"/>
              </a:defRPr>
            </a:lvl1pPr>
            <a:lvl2pPr algn="l">
              <a:defRPr sz="3300" b="1">
                <a:solidFill>
                  <a:srgbClr val="F7F4ED"/>
                </a:solidFill>
                <a:latin typeface="Arial"/>
                <a:ea typeface="Arial"/>
                <a:cs typeface="Arial"/>
              </a:defRPr>
            </a:lvl2pPr>
            <a:lvl3pPr algn="l">
              <a:defRPr sz="3300" b="1">
                <a:solidFill>
                  <a:srgbClr val="F7F4ED"/>
                </a:solidFill>
                <a:latin typeface="Arial"/>
                <a:ea typeface="Arial"/>
                <a:cs typeface="Arial"/>
              </a:defRPr>
            </a:lvl3pPr>
            <a:lvl4pPr algn="l">
              <a:defRPr sz="3300" b="1">
                <a:solidFill>
                  <a:srgbClr val="F7F4ED"/>
                </a:solidFill>
                <a:latin typeface="Arial"/>
                <a:ea typeface="Arial"/>
                <a:cs typeface="Arial"/>
              </a:defRPr>
            </a:lvl4pPr>
            <a:lvl5pPr algn="l">
              <a:defRPr sz="3300" b="1">
                <a:solidFill>
                  <a:srgbClr val="F7F4ED"/>
                </a:solidFill>
                <a:latin typeface="Arial"/>
                <a:ea typeface="Arial"/>
                <a:cs typeface="Arial"/>
              </a:defRPr>
            </a:lvl5pPr>
            <a:lvl6pPr algn="l">
              <a:defRPr sz="3300" b="1">
                <a:solidFill>
                  <a:srgbClr val="F7F4ED"/>
                </a:solidFill>
                <a:latin typeface="Arial"/>
                <a:ea typeface="Arial"/>
                <a:cs typeface="Arial"/>
              </a:defRPr>
            </a:lvl6pPr>
            <a:lvl7pPr algn="l">
              <a:defRPr sz="3300" b="1">
                <a:solidFill>
                  <a:srgbClr val="F7F4ED"/>
                </a:solidFill>
                <a:latin typeface="Arial"/>
                <a:ea typeface="Arial"/>
                <a:cs typeface="Arial"/>
              </a:defRPr>
            </a:lvl7pPr>
            <a:lvl8pPr algn="l">
              <a:defRPr sz="3300" b="1">
                <a:solidFill>
                  <a:srgbClr val="F7F4ED"/>
                </a:solidFill>
                <a:latin typeface="Arial"/>
                <a:ea typeface="Arial"/>
                <a:cs typeface="Arial"/>
              </a:defRPr>
            </a:lvl8pPr>
            <a:lvl9pPr algn="l">
              <a:defRPr sz="3300" b="1">
                <a:solidFill>
                  <a:srgbClr val="F7F4ED"/>
                </a:solidFill>
                <a:latin typeface="Arial"/>
                <a:ea typeface="Arial"/>
                <a:cs typeface="Arial"/>
              </a:defRPr>
            </a:lvl9pPr>
          </a:lstStyle>
          <a:p>
            <a:pPr algn="l">
              <a:defRPr sz="3300" b="1">
                <a:solidFill>
                  <a:srgbClr val="F7F4ED"/>
                </a:solidFill>
                <a:latin typeface="Arial"/>
                <a:ea typeface="Arial"/>
                <a:cs typeface="Arial"/>
              </a:defRPr>
            </a:pPr>
            <a:r>
              <a:rPr sz="3300" b="1" dirty="0">
                <a:solidFill>
                  <a:schemeClr val="tx2">
                    <a:lumMod val="75000"/>
                  </a:schemeClr>
                </a:solidFill>
                <a:latin typeface="Arial"/>
                <a:ea typeface="Arial"/>
                <a:cs typeface="Arial"/>
              </a:rPr>
              <a:t>Quality, Validation and AI Assurance</a:t>
            </a:r>
          </a:p>
        </p:txBody>
      </p:sp>
      <p:sp>
        <p:nvSpPr>
          <p:cNvPr id="3" name="visual-208">
            <a:extLst>
              <a:ext uri="{FF2B5EF4-FFF2-40B4-BE49-F238E27FC236}">
                <a16:creationId xmlns:a16="http://schemas.microsoft.com/office/drawing/2014/main" id="{C59DFBB8-B9F3-4F75-8CA3-D8FB967B006D}"/>
              </a:ext>
            </a:extLst>
          </p:cNvPr>
          <p:cNvSpPr>
            <a:spLocks noGrp="1"/>
          </p:cNvSpPr>
          <p:nvPr/>
        </p:nvSpPr>
        <p:spPr>
          <a:xfrm>
            <a:off x="571500" y="1304925"/>
            <a:ext cx="11001375" cy="495300"/>
          </a:xfrm>
          <a:prstGeom prst="rect">
            <a:avLst/>
          </a:prstGeom>
          <a:noFill/>
          <a:ln w="0">
            <a:noFill/>
            <a:prstDash val="solid"/>
          </a:ln>
        </p:spPr>
        <p:txBody>
          <a:bodyPr lIns="0" tIns="0" rIns="0" bIns="0" anchor="ctr"/>
          <a:lstStyle>
            <a:defPPr algn="l">
              <a:defRPr sz="1800" b="0">
                <a:solidFill>
                  <a:srgbClr val="BDD4D4"/>
                </a:solidFill>
                <a:latin typeface="Arial"/>
                <a:ea typeface="Arial"/>
                <a:cs typeface="Arial"/>
              </a:defRPr>
            </a:defPPr>
            <a:lvl1pPr algn="l">
              <a:defRPr sz="1800" b="0">
                <a:solidFill>
                  <a:srgbClr val="BDD4D4"/>
                </a:solidFill>
                <a:latin typeface="Arial"/>
                <a:ea typeface="Arial"/>
                <a:cs typeface="Arial"/>
              </a:defRPr>
            </a:lvl1pPr>
            <a:lvl2pPr algn="l">
              <a:defRPr sz="1800" b="0">
                <a:solidFill>
                  <a:srgbClr val="BDD4D4"/>
                </a:solidFill>
                <a:latin typeface="Arial"/>
                <a:ea typeface="Arial"/>
                <a:cs typeface="Arial"/>
              </a:defRPr>
            </a:lvl2pPr>
            <a:lvl3pPr algn="l">
              <a:defRPr sz="1800" b="0">
                <a:solidFill>
                  <a:srgbClr val="BDD4D4"/>
                </a:solidFill>
                <a:latin typeface="Arial"/>
                <a:ea typeface="Arial"/>
                <a:cs typeface="Arial"/>
              </a:defRPr>
            </a:lvl3pPr>
            <a:lvl4pPr algn="l">
              <a:defRPr sz="1800" b="0">
                <a:solidFill>
                  <a:srgbClr val="BDD4D4"/>
                </a:solidFill>
                <a:latin typeface="Arial"/>
                <a:ea typeface="Arial"/>
                <a:cs typeface="Arial"/>
              </a:defRPr>
            </a:lvl4pPr>
            <a:lvl5pPr algn="l">
              <a:defRPr sz="1800" b="0">
                <a:solidFill>
                  <a:srgbClr val="BDD4D4"/>
                </a:solidFill>
                <a:latin typeface="Arial"/>
                <a:ea typeface="Arial"/>
                <a:cs typeface="Arial"/>
              </a:defRPr>
            </a:lvl5pPr>
            <a:lvl6pPr algn="l">
              <a:defRPr sz="1800" b="0">
                <a:solidFill>
                  <a:srgbClr val="BDD4D4"/>
                </a:solidFill>
                <a:latin typeface="Arial"/>
                <a:ea typeface="Arial"/>
                <a:cs typeface="Arial"/>
              </a:defRPr>
            </a:lvl6pPr>
            <a:lvl7pPr algn="l">
              <a:defRPr sz="1800" b="0">
                <a:solidFill>
                  <a:srgbClr val="BDD4D4"/>
                </a:solidFill>
                <a:latin typeface="Arial"/>
                <a:ea typeface="Arial"/>
                <a:cs typeface="Arial"/>
              </a:defRPr>
            </a:lvl7pPr>
            <a:lvl8pPr algn="l">
              <a:defRPr sz="1800" b="0">
                <a:solidFill>
                  <a:srgbClr val="BDD4D4"/>
                </a:solidFill>
                <a:latin typeface="Arial"/>
                <a:ea typeface="Arial"/>
                <a:cs typeface="Arial"/>
              </a:defRPr>
            </a:lvl8pPr>
            <a:lvl9pPr algn="l">
              <a:defRPr sz="1800" b="0">
                <a:solidFill>
                  <a:srgbClr val="BDD4D4"/>
                </a:solidFill>
                <a:latin typeface="Arial"/>
                <a:ea typeface="Arial"/>
                <a:cs typeface="Arial"/>
              </a:defRPr>
            </a:lvl9pPr>
          </a:lstStyle>
          <a:p>
            <a:pPr algn="l">
              <a:defRPr sz="1800" b="0">
                <a:solidFill>
                  <a:srgbClr val="BDD4D4"/>
                </a:solidFill>
                <a:latin typeface="Arial"/>
                <a:ea typeface="Arial"/>
                <a:cs typeface="Arial"/>
              </a:defRPr>
            </a:pPr>
            <a:r>
              <a:rPr sz="1800" b="0" dirty="0">
                <a:solidFill>
                  <a:schemeClr val="bg2">
                    <a:lumMod val="25000"/>
                  </a:schemeClr>
                </a:solidFill>
                <a:latin typeface="Arial"/>
                <a:ea typeface="Arial"/>
                <a:cs typeface="Arial"/>
              </a:rPr>
              <a:t>Evidence that a release is safe enough to use</a:t>
            </a:r>
          </a:p>
        </p:txBody>
      </p:sp>
      <p:sp>
        <p:nvSpPr>
          <p:cNvPr id="4" name="visual-209">
            <a:extLst>
              <a:ext uri="{FF2B5EF4-FFF2-40B4-BE49-F238E27FC236}">
                <a16:creationId xmlns:a16="http://schemas.microsoft.com/office/drawing/2014/main" id="{56727925-A639-4661-9FA2-765C4E03ACFF}"/>
              </a:ext>
            </a:extLst>
          </p:cNvPr>
          <p:cNvSpPr>
            <a:spLocks noGrp="1"/>
          </p:cNvSpPr>
          <p:nvPr/>
        </p:nvSpPr>
        <p:spPr>
          <a:xfrm>
            <a:off x="571500" y="5772150"/>
            <a:ext cx="11001375" cy="19050"/>
          </a:xfrm>
          <a:prstGeom prst="rect">
            <a:avLst/>
          </a:prstGeom>
          <a:solidFill>
            <a:srgbClr val="45616A"/>
          </a:solidFill>
          <a:ln w="0">
            <a:noFill/>
            <a:prstDash val="solid"/>
          </a:ln>
        </p:spPr>
      </p:sp>
      <p:sp>
        <p:nvSpPr>
          <p:cNvPr id="5" name="visual-210">
            <a:extLst>
              <a:ext uri="{FF2B5EF4-FFF2-40B4-BE49-F238E27FC236}">
                <a16:creationId xmlns:a16="http://schemas.microsoft.com/office/drawing/2014/main" id="{7B89BC66-221B-4050-987E-3BFD8410D0EA}"/>
              </a:ext>
            </a:extLst>
          </p:cNvPr>
          <p:cNvSpPr>
            <a:spLocks noGrp="1"/>
          </p:cNvSpPr>
          <p:nvPr/>
        </p:nvSpPr>
        <p:spPr>
          <a:xfrm>
            <a:off x="571500" y="5895975"/>
            <a:ext cx="11001375" cy="485775"/>
          </a:xfrm>
          <a:prstGeom prst="rect">
            <a:avLst/>
          </a:prstGeom>
          <a:noFill/>
          <a:ln w="0">
            <a:noFill/>
            <a:prstDash val="solid"/>
          </a:ln>
        </p:spPr>
        <p:txBody>
          <a:bodyPr lIns="0" tIns="0" rIns="0" bIns="0" anchor="ctr"/>
          <a:lstStyle>
            <a:defPPr algn="l">
              <a:defRPr sz="1950" b="1">
                <a:solidFill>
                  <a:srgbClr val="E7BC73"/>
                </a:solidFill>
                <a:latin typeface="Arial"/>
                <a:ea typeface="Arial"/>
                <a:cs typeface="Arial"/>
              </a:defRPr>
            </a:defPPr>
            <a:lvl1pPr algn="l">
              <a:defRPr sz="1950" b="1">
                <a:solidFill>
                  <a:srgbClr val="E7BC73"/>
                </a:solidFill>
                <a:latin typeface="Arial"/>
                <a:ea typeface="Arial"/>
                <a:cs typeface="Arial"/>
              </a:defRPr>
            </a:lvl1pPr>
            <a:lvl2pPr algn="l">
              <a:defRPr sz="1950" b="1">
                <a:solidFill>
                  <a:srgbClr val="E7BC73"/>
                </a:solidFill>
                <a:latin typeface="Arial"/>
                <a:ea typeface="Arial"/>
                <a:cs typeface="Arial"/>
              </a:defRPr>
            </a:lvl2pPr>
            <a:lvl3pPr algn="l">
              <a:defRPr sz="1950" b="1">
                <a:solidFill>
                  <a:srgbClr val="E7BC73"/>
                </a:solidFill>
                <a:latin typeface="Arial"/>
                <a:ea typeface="Arial"/>
                <a:cs typeface="Arial"/>
              </a:defRPr>
            </a:lvl3pPr>
            <a:lvl4pPr algn="l">
              <a:defRPr sz="1950" b="1">
                <a:solidFill>
                  <a:srgbClr val="E7BC73"/>
                </a:solidFill>
                <a:latin typeface="Arial"/>
                <a:ea typeface="Arial"/>
                <a:cs typeface="Arial"/>
              </a:defRPr>
            </a:lvl4pPr>
            <a:lvl5pPr algn="l">
              <a:defRPr sz="1950" b="1">
                <a:solidFill>
                  <a:srgbClr val="E7BC73"/>
                </a:solidFill>
                <a:latin typeface="Arial"/>
                <a:ea typeface="Arial"/>
                <a:cs typeface="Arial"/>
              </a:defRPr>
            </a:lvl5pPr>
            <a:lvl6pPr algn="l">
              <a:defRPr sz="1950" b="1">
                <a:solidFill>
                  <a:srgbClr val="E7BC73"/>
                </a:solidFill>
                <a:latin typeface="Arial"/>
                <a:ea typeface="Arial"/>
                <a:cs typeface="Arial"/>
              </a:defRPr>
            </a:lvl6pPr>
            <a:lvl7pPr algn="l">
              <a:defRPr sz="1950" b="1">
                <a:solidFill>
                  <a:srgbClr val="E7BC73"/>
                </a:solidFill>
                <a:latin typeface="Arial"/>
                <a:ea typeface="Arial"/>
                <a:cs typeface="Arial"/>
              </a:defRPr>
            </a:lvl7pPr>
            <a:lvl8pPr algn="l">
              <a:defRPr sz="1950" b="1">
                <a:solidFill>
                  <a:srgbClr val="E7BC73"/>
                </a:solidFill>
                <a:latin typeface="Arial"/>
                <a:ea typeface="Arial"/>
                <a:cs typeface="Arial"/>
              </a:defRPr>
            </a:lvl8pPr>
            <a:lvl9pPr algn="l">
              <a:defRPr sz="1950" b="1">
                <a:solidFill>
                  <a:srgbClr val="E7BC73"/>
                </a:solidFill>
                <a:latin typeface="Arial"/>
                <a:ea typeface="Arial"/>
                <a:cs typeface="Arial"/>
              </a:defRPr>
            </a:lvl9pPr>
          </a:lstStyle>
          <a:p>
            <a:pPr algn="l">
              <a:defRPr sz="1950" b="1">
                <a:solidFill>
                  <a:srgbClr val="E7BC73"/>
                </a:solidFill>
                <a:latin typeface="Arial"/>
                <a:ea typeface="Arial"/>
                <a:cs typeface="Arial"/>
              </a:defRPr>
            </a:pPr>
            <a:r>
              <a:rPr sz="1950" b="1">
                <a:solidFill>
                  <a:schemeClr val="accent1">
                    <a:lumMod val="75000"/>
                  </a:schemeClr>
                </a:solidFill>
                <a:latin typeface="Arial"/>
                <a:ea typeface="Arial"/>
                <a:cs typeface="Arial"/>
              </a:rPr>
              <a:t>Clear evidence of what passed, failed and needs action.</a:t>
            </a:r>
          </a:p>
        </p:txBody>
      </p:sp>
      <p:sp>
        <p:nvSpPr>
          <p:cNvPr id="6" name="visual-211">
            <a:extLst>
              <a:ext uri="{FF2B5EF4-FFF2-40B4-BE49-F238E27FC236}">
                <a16:creationId xmlns:a16="http://schemas.microsoft.com/office/drawing/2014/main" id="{FC1B8255-3AA1-4ADB-B640-36DFED45CA0A}"/>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BDD4D4"/>
                </a:solidFill>
                <a:latin typeface="Arial"/>
                <a:ea typeface="Arial"/>
                <a:cs typeface="Arial"/>
              </a:defRPr>
            </a:defPPr>
            <a:lvl1pPr algn="r">
              <a:defRPr sz="1200" b="0">
                <a:solidFill>
                  <a:srgbClr val="BDD4D4"/>
                </a:solidFill>
                <a:latin typeface="Arial"/>
                <a:ea typeface="Arial"/>
                <a:cs typeface="Arial"/>
              </a:defRPr>
            </a:lvl1pPr>
            <a:lvl2pPr algn="r">
              <a:defRPr sz="1200" b="0">
                <a:solidFill>
                  <a:srgbClr val="BDD4D4"/>
                </a:solidFill>
                <a:latin typeface="Arial"/>
                <a:ea typeface="Arial"/>
                <a:cs typeface="Arial"/>
              </a:defRPr>
            </a:lvl2pPr>
            <a:lvl3pPr algn="r">
              <a:defRPr sz="1200" b="0">
                <a:solidFill>
                  <a:srgbClr val="BDD4D4"/>
                </a:solidFill>
                <a:latin typeface="Arial"/>
                <a:ea typeface="Arial"/>
                <a:cs typeface="Arial"/>
              </a:defRPr>
            </a:lvl3pPr>
            <a:lvl4pPr algn="r">
              <a:defRPr sz="1200" b="0">
                <a:solidFill>
                  <a:srgbClr val="BDD4D4"/>
                </a:solidFill>
                <a:latin typeface="Arial"/>
                <a:ea typeface="Arial"/>
                <a:cs typeface="Arial"/>
              </a:defRPr>
            </a:lvl4pPr>
            <a:lvl5pPr algn="r">
              <a:defRPr sz="1200" b="0">
                <a:solidFill>
                  <a:srgbClr val="BDD4D4"/>
                </a:solidFill>
                <a:latin typeface="Arial"/>
                <a:ea typeface="Arial"/>
                <a:cs typeface="Arial"/>
              </a:defRPr>
            </a:lvl5pPr>
            <a:lvl6pPr algn="r">
              <a:defRPr sz="1200" b="0">
                <a:solidFill>
                  <a:srgbClr val="BDD4D4"/>
                </a:solidFill>
                <a:latin typeface="Arial"/>
                <a:ea typeface="Arial"/>
                <a:cs typeface="Arial"/>
              </a:defRPr>
            </a:lvl6pPr>
            <a:lvl7pPr algn="r">
              <a:defRPr sz="1200" b="0">
                <a:solidFill>
                  <a:srgbClr val="BDD4D4"/>
                </a:solidFill>
                <a:latin typeface="Arial"/>
                <a:ea typeface="Arial"/>
                <a:cs typeface="Arial"/>
              </a:defRPr>
            </a:lvl7pPr>
            <a:lvl8pPr algn="r">
              <a:defRPr sz="1200" b="0">
                <a:solidFill>
                  <a:srgbClr val="BDD4D4"/>
                </a:solidFill>
                <a:latin typeface="Arial"/>
                <a:ea typeface="Arial"/>
                <a:cs typeface="Arial"/>
              </a:defRPr>
            </a:lvl8pPr>
            <a:lvl9pPr algn="r">
              <a:defRPr sz="1200" b="0">
                <a:solidFill>
                  <a:srgbClr val="BDD4D4"/>
                </a:solidFill>
                <a:latin typeface="Arial"/>
                <a:ea typeface="Arial"/>
                <a:cs typeface="Arial"/>
              </a:defRPr>
            </a:lvl9pPr>
          </a:lstStyle>
          <a:p>
            <a:pPr algn="r">
              <a:defRPr sz="1200" b="0">
                <a:solidFill>
                  <a:srgbClr val="BDD4D4"/>
                </a:solidFill>
                <a:latin typeface="Arial"/>
                <a:ea typeface="Arial"/>
                <a:cs typeface="Arial"/>
              </a:defRPr>
            </a:pPr>
            <a:r>
              <a:rPr sz="1200" b="0" dirty="0">
                <a:solidFill>
                  <a:srgbClr val="BDD4D4"/>
                </a:solidFill>
                <a:latin typeface="Arial"/>
                <a:ea typeface="Arial"/>
                <a:cs typeface="Arial"/>
              </a:rPr>
              <a:t>  14 / 17</a:t>
            </a:r>
          </a:p>
        </p:txBody>
      </p:sp>
      <p:sp>
        <p:nvSpPr>
          <p:cNvPr id="7" name="visual-212">
            <a:extLst>
              <a:ext uri="{FF2B5EF4-FFF2-40B4-BE49-F238E27FC236}">
                <a16:creationId xmlns:a16="http://schemas.microsoft.com/office/drawing/2014/main" id="{EFEB4059-2C1E-4DFF-8266-2BE71A7D641B}"/>
              </a:ext>
            </a:extLst>
          </p:cNvPr>
          <p:cNvSpPr>
            <a:spLocks noGrp="1"/>
          </p:cNvSpPr>
          <p:nvPr/>
        </p:nvSpPr>
        <p:spPr>
          <a:xfrm>
            <a:off x="571500" y="1971675"/>
            <a:ext cx="2762250" cy="1190625"/>
          </a:xfrm>
          <a:prstGeom prst="rect">
            <a:avLst/>
          </a:prstGeom>
          <a:noFill/>
          <a:ln w="0">
            <a:noFill/>
            <a:prstDash val="solid"/>
          </a:ln>
        </p:spPr>
        <p:txBody>
          <a:bodyPr lIns="0" tIns="0" rIns="0" bIns="0" anchor="ctr"/>
          <a:lstStyle>
            <a:defPPr algn="l">
              <a:defRPr sz="7725" b="1">
                <a:solidFill>
                  <a:srgbClr val="D5A957"/>
                </a:solidFill>
                <a:latin typeface="Arial"/>
                <a:ea typeface="Arial"/>
                <a:cs typeface="Arial"/>
              </a:defRPr>
            </a:defPPr>
            <a:lvl1pPr algn="l">
              <a:defRPr sz="7725" b="1">
                <a:solidFill>
                  <a:srgbClr val="D5A957"/>
                </a:solidFill>
                <a:latin typeface="Arial"/>
                <a:ea typeface="Arial"/>
                <a:cs typeface="Arial"/>
              </a:defRPr>
            </a:lvl1pPr>
            <a:lvl2pPr algn="l">
              <a:defRPr sz="7725" b="1">
                <a:solidFill>
                  <a:srgbClr val="D5A957"/>
                </a:solidFill>
                <a:latin typeface="Arial"/>
                <a:ea typeface="Arial"/>
                <a:cs typeface="Arial"/>
              </a:defRPr>
            </a:lvl2pPr>
            <a:lvl3pPr algn="l">
              <a:defRPr sz="7725" b="1">
                <a:solidFill>
                  <a:srgbClr val="D5A957"/>
                </a:solidFill>
                <a:latin typeface="Arial"/>
                <a:ea typeface="Arial"/>
                <a:cs typeface="Arial"/>
              </a:defRPr>
            </a:lvl3pPr>
            <a:lvl4pPr algn="l">
              <a:defRPr sz="7725" b="1">
                <a:solidFill>
                  <a:srgbClr val="D5A957"/>
                </a:solidFill>
                <a:latin typeface="Arial"/>
                <a:ea typeface="Arial"/>
                <a:cs typeface="Arial"/>
              </a:defRPr>
            </a:lvl4pPr>
            <a:lvl5pPr algn="l">
              <a:defRPr sz="7725" b="1">
                <a:solidFill>
                  <a:srgbClr val="D5A957"/>
                </a:solidFill>
                <a:latin typeface="Arial"/>
                <a:ea typeface="Arial"/>
                <a:cs typeface="Arial"/>
              </a:defRPr>
            </a:lvl5pPr>
            <a:lvl6pPr algn="l">
              <a:defRPr sz="7725" b="1">
                <a:solidFill>
                  <a:srgbClr val="D5A957"/>
                </a:solidFill>
                <a:latin typeface="Arial"/>
                <a:ea typeface="Arial"/>
                <a:cs typeface="Arial"/>
              </a:defRPr>
            </a:lvl6pPr>
            <a:lvl7pPr algn="l">
              <a:defRPr sz="7725" b="1">
                <a:solidFill>
                  <a:srgbClr val="D5A957"/>
                </a:solidFill>
                <a:latin typeface="Arial"/>
                <a:ea typeface="Arial"/>
                <a:cs typeface="Arial"/>
              </a:defRPr>
            </a:lvl7pPr>
            <a:lvl8pPr algn="l">
              <a:defRPr sz="7725" b="1">
                <a:solidFill>
                  <a:srgbClr val="D5A957"/>
                </a:solidFill>
                <a:latin typeface="Arial"/>
                <a:ea typeface="Arial"/>
                <a:cs typeface="Arial"/>
              </a:defRPr>
            </a:lvl8pPr>
            <a:lvl9pPr algn="l">
              <a:defRPr sz="7725" b="1">
                <a:solidFill>
                  <a:srgbClr val="D5A957"/>
                </a:solidFill>
                <a:latin typeface="Arial"/>
                <a:ea typeface="Arial"/>
                <a:cs typeface="Arial"/>
              </a:defRPr>
            </a:lvl9pPr>
          </a:lstStyle>
          <a:p>
            <a:pPr algn="l">
              <a:defRPr sz="7725" b="1">
                <a:solidFill>
                  <a:srgbClr val="D5A957"/>
                </a:solidFill>
                <a:latin typeface="Arial"/>
                <a:ea typeface="Arial"/>
                <a:cs typeface="Arial"/>
              </a:defRPr>
            </a:pPr>
            <a:r>
              <a:rPr sz="7725" b="1" dirty="0">
                <a:solidFill>
                  <a:schemeClr val="accent1">
                    <a:lumMod val="75000"/>
                  </a:schemeClr>
                </a:solidFill>
                <a:latin typeface="Arial"/>
                <a:ea typeface="Arial"/>
                <a:cs typeface="Arial"/>
              </a:rPr>
              <a:t>34</a:t>
            </a:r>
          </a:p>
        </p:txBody>
      </p:sp>
      <p:sp>
        <p:nvSpPr>
          <p:cNvPr id="8" name="visual-213">
            <a:extLst>
              <a:ext uri="{FF2B5EF4-FFF2-40B4-BE49-F238E27FC236}">
                <a16:creationId xmlns:a16="http://schemas.microsoft.com/office/drawing/2014/main" id="{B693AF12-EA0D-4E74-93BC-D103CFC71FCD}"/>
              </a:ext>
            </a:extLst>
          </p:cNvPr>
          <p:cNvSpPr>
            <a:spLocks noGrp="1"/>
          </p:cNvSpPr>
          <p:nvPr/>
        </p:nvSpPr>
        <p:spPr>
          <a:xfrm>
            <a:off x="619125" y="3190875"/>
            <a:ext cx="2762250" cy="428625"/>
          </a:xfrm>
          <a:prstGeom prst="rect">
            <a:avLst/>
          </a:prstGeom>
          <a:noFill/>
          <a:ln w="0">
            <a:noFill/>
            <a:prstDash val="solid"/>
          </a:ln>
        </p:spPr>
        <p:txBody>
          <a:bodyPr lIns="0" tIns="0" rIns="0" bIns="0" anchor="ctr"/>
          <a:lstStyle>
            <a:defPPr algn="l">
              <a:defRPr sz="2175" b="1">
                <a:solidFill>
                  <a:srgbClr val="F7F4ED"/>
                </a:solidFill>
                <a:latin typeface="Arial"/>
                <a:ea typeface="Arial"/>
                <a:cs typeface="Arial"/>
              </a:defRPr>
            </a:defPPr>
            <a:lvl1pPr algn="l">
              <a:defRPr sz="2175" b="1">
                <a:solidFill>
                  <a:srgbClr val="F7F4ED"/>
                </a:solidFill>
                <a:latin typeface="Arial"/>
                <a:ea typeface="Arial"/>
                <a:cs typeface="Arial"/>
              </a:defRPr>
            </a:lvl1pPr>
            <a:lvl2pPr algn="l">
              <a:defRPr sz="2175" b="1">
                <a:solidFill>
                  <a:srgbClr val="F7F4ED"/>
                </a:solidFill>
                <a:latin typeface="Arial"/>
                <a:ea typeface="Arial"/>
                <a:cs typeface="Arial"/>
              </a:defRPr>
            </a:lvl2pPr>
            <a:lvl3pPr algn="l">
              <a:defRPr sz="2175" b="1">
                <a:solidFill>
                  <a:srgbClr val="F7F4ED"/>
                </a:solidFill>
                <a:latin typeface="Arial"/>
                <a:ea typeface="Arial"/>
                <a:cs typeface="Arial"/>
              </a:defRPr>
            </a:lvl3pPr>
            <a:lvl4pPr algn="l">
              <a:defRPr sz="2175" b="1">
                <a:solidFill>
                  <a:srgbClr val="F7F4ED"/>
                </a:solidFill>
                <a:latin typeface="Arial"/>
                <a:ea typeface="Arial"/>
                <a:cs typeface="Arial"/>
              </a:defRPr>
            </a:lvl4pPr>
            <a:lvl5pPr algn="l">
              <a:defRPr sz="2175" b="1">
                <a:solidFill>
                  <a:srgbClr val="F7F4ED"/>
                </a:solidFill>
                <a:latin typeface="Arial"/>
                <a:ea typeface="Arial"/>
                <a:cs typeface="Arial"/>
              </a:defRPr>
            </a:lvl5pPr>
            <a:lvl6pPr algn="l">
              <a:defRPr sz="2175" b="1">
                <a:solidFill>
                  <a:srgbClr val="F7F4ED"/>
                </a:solidFill>
                <a:latin typeface="Arial"/>
                <a:ea typeface="Arial"/>
                <a:cs typeface="Arial"/>
              </a:defRPr>
            </a:lvl6pPr>
            <a:lvl7pPr algn="l">
              <a:defRPr sz="2175" b="1">
                <a:solidFill>
                  <a:srgbClr val="F7F4ED"/>
                </a:solidFill>
                <a:latin typeface="Arial"/>
                <a:ea typeface="Arial"/>
                <a:cs typeface="Arial"/>
              </a:defRPr>
            </a:lvl7pPr>
            <a:lvl8pPr algn="l">
              <a:defRPr sz="2175" b="1">
                <a:solidFill>
                  <a:srgbClr val="F7F4ED"/>
                </a:solidFill>
                <a:latin typeface="Arial"/>
                <a:ea typeface="Arial"/>
                <a:cs typeface="Arial"/>
              </a:defRPr>
            </a:lvl8pPr>
            <a:lvl9pPr algn="l">
              <a:defRPr sz="2175" b="1">
                <a:solidFill>
                  <a:srgbClr val="F7F4ED"/>
                </a:solidFill>
                <a:latin typeface="Arial"/>
                <a:ea typeface="Arial"/>
                <a:cs typeface="Arial"/>
              </a:defRPr>
            </a:lvl9pPr>
          </a:lstStyle>
          <a:p>
            <a:pPr algn="l">
              <a:defRPr sz="2175" b="1">
                <a:solidFill>
                  <a:srgbClr val="F7F4ED"/>
                </a:solidFill>
                <a:latin typeface="Arial"/>
                <a:ea typeface="Arial"/>
                <a:cs typeface="Arial"/>
              </a:defRPr>
            </a:pPr>
            <a:r>
              <a:rPr sz="2175" b="1" dirty="0">
                <a:solidFill>
                  <a:schemeClr val="tx2">
                    <a:lumMod val="75000"/>
                  </a:schemeClr>
                </a:solidFill>
                <a:latin typeface="Arial"/>
                <a:ea typeface="Arial"/>
                <a:cs typeface="Arial"/>
              </a:rPr>
              <a:t>planned hires</a:t>
            </a:r>
          </a:p>
        </p:txBody>
      </p:sp>
      <p:sp>
        <p:nvSpPr>
          <p:cNvPr id="9" name="visual-214">
            <a:extLst>
              <a:ext uri="{FF2B5EF4-FFF2-40B4-BE49-F238E27FC236}">
                <a16:creationId xmlns:a16="http://schemas.microsoft.com/office/drawing/2014/main" id="{E177AEDF-B6A8-418E-9CBC-DA6893166618}"/>
              </a:ext>
            </a:extLst>
          </p:cNvPr>
          <p:cNvSpPr>
            <a:spLocks noGrp="1"/>
          </p:cNvSpPr>
          <p:nvPr/>
        </p:nvSpPr>
        <p:spPr>
          <a:xfrm>
            <a:off x="619125" y="3810000"/>
            <a:ext cx="2714625" cy="1200150"/>
          </a:xfrm>
          <a:prstGeom prst="rect">
            <a:avLst/>
          </a:prstGeom>
          <a:noFill/>
          <a:ln w="0">
            <a:noFill/>
            <a:prstDash val="solid"/>
          </a:ln>
        </p:spPr>
        <p:txBody>
          <a:bodyPr lIns="0" tIns="0" rIns="0" bIns="0" anchor="ctr"/>
          <a:lstStyle>
            <a:defPPr algn="l">
              <a:defRPr sz="2100" b="0">
                <a:solidFill>
                  <a:srgbClr val="BDD4D4"/>
                </a:solidFill>
                <a:latin typeface="Arial"/>
                <a:ea typeface="Arial"/>
                <a:cs typeface="Arial"/>
              </a:defRPr>
            </a:defPPr>
            <a:lvl1pPr algn="l">
              <a:defRPr sz="2100" b="0">
                <a:solidFill>
                  <a:srgbClr val="BDD4D4"/>
                </a:solidFill>
                <a:latin typeface="Arial"/>
                <a:ea typeface="Arial"/>
                <a:cs typeface="Arial"/>
              </a:defRPr>
            </a:lvl1pPr>
            <a:lvl2pPr algn="l">
              <a:defRPr sz="2100" b="0">
                <a:solidFill>
                  <a:srgbClr val="BDD4D4"/>
                </a:solidFill>
                <a:latin typeface="Arial"/>
                <a:ea typeface="Arial"/>
                <a:cs typeface="Arial"/>
              </a:defRPr>
            </a:lvl2pPr>
            <a:lvl3pPr algn="l">
              <a:defRPr sz="2100" b="0">
                <a:solidFill>
                  <a:srgbClr val="BDD4D4"/>
                </a:solidFill>
                <a:latin typeface="Arial"/>
                <a:ea typeface="Arial"/>
                <a:cs typeface="Arial"/>
              </a:defRPr>
            </a:lvl3pPr>
            <a:lvl4pPr algn="l">
              <a:defRPr sz="2100" b="0">
                <a:solidFill>
                  <a:srgbClr val="BDD4D4"/>
                </a:solidFill>
                <a:latin typeface="Arial"/>
                <a:ea typeface="Arial"/>
                <a:cs typeface="Arial"/>
              </a:defRPr>
            </a:lvl4pPr>
            <a:lvl5pPr algn="l">
              <a:defRPr sz="2100" b="0">
                <a:solidFill>
                  <a:srgbClr val="BDD4D4"/>
                </a:solidFill>
                <a:latin typeface="Arial"/>
                <a:ea typeface="Arial"/>
                <a:cs typeface="Arial"/>
              </a:defRPr>
            </a:lvl5pPr>
            <a:lvl6pPr algn="l">
              <a:defRPr sz="2100" b="0">
                <a:solidFill>
                  <a:srgbClr val="BDD4D4"/>
                </a:solidFill>
                <a:latin typeface="Arial"/>
                <a:ea typeface="Arial"/>
                <a:cs typeface="Arial"/>
              </a:defRPr>
            </a:lvl6pPr>
            <a:lvl7pPr algn="l">
              <a:defRPr sz="2100" b="0">
                <a:solidFill>
                  <a:srgbClr val="BDD4D4"/>
                </a:solidFill>
                <a:latin typeface="Arial"/>
                <a:ea typeface="Arial"/>
                <a:cs typeface="Arial"/>
              </a:defRPr>
            </a:lvl7pPr>
            <a:lvl8pPr algn="l">
              <a:defRPr sz="2100" b="0">
                <a:solidFill>
                  <a:srgbClr val="BDD4D4"/>
                </a:solidFill>
                <a:latin typeface="Arial"/>
                <a:ea typeface="Arial"/>
                <a:cs typeface="Arial"/>
              </a:defRPr>
            </a:lvl8pPr>
            <a:lvl9pPr algn="l">
              <a:defRPr sz="2100" b="0">
                <a:solidFill>
                  <a:srgbClr val="BDD4D4"/>
                </a:solidFill>
                <a:latin typeface="Arial"/>
                <a:ea typeface="Arial"/>
                <a:cs typeface="Arial"/>
              </a:defRPr>
            </a:lvl9pPr>
          </a:lstStyle>
          <a:p>
            <a:pPr algn="l">
              <a:defRPr sz="2100" b="0">
                <a:solidFill>
                  <a:srgbClr val="BDD4D4"/>
                </a:solidFill>
                <a:latin typeface="Arial"/>
                <a:ea typeface="Arial"/>
                <a:cs typeface="Arial"/>
              </a:defRPr>
            </a:pPr>
            <a:r>
              <a:rPr sz="2100" b="0" dirty="0">
                <a:solidFill>
                  <a:schemeClr val="bg2">
                    <a:lumMod val="25000"/>
                  </a:schemeClr>
                </a:solidFill>
                <a:latin typeface="Arial"/>
                <a:ea typeface="Arial"/>
                <a:cs typeface="Arial"/>
              </a:rPr>
              <a:t>Need 49</a:t>
            </a:r>
          </a:p>
          <a:p>
            <a:pPr algn="l">
              <a:defRPr sz="2100" b="0">
                <a:solidFill>
                  <a:srgbClr val="BDD4D4"/>
                </a:solidFill>
                <a:latin typeface="Arial"/>
                <a:ea typeface="Arial"/>
                <a:cs typeface="Arial"/>
              </a:defRPr>
            </a:pPr>
            <a:r>
              <a:rPr sz="2100" b="0" dirty="0">
                <a:solidFill>
                  <a:schemeClr val="bg2">
                    <a:lumMod val="25000"/>
                  </a:schemeClr>
                </a:solidFill>
                <a:latin typeface="Arial"/>
                <a:ea typeface="Arial"/>
                <a:cs typeface="Arial"/>
              </a:rPr>
              <a:t>Internal 12</a:t>
            </a:r>
          </a:p>
          <a:p>
            <a:pPr algn="l">
              <a:defRPr sz="2100" b="0">
                <a:solidFill>
                  <a:srgbClr val="BDD4D4"/>
                </a:solidFill>
                <a:latin typeface="Arial"/>
                <a:ea typeface="Arial"/>
                <a:cs typeface="Arial"/>
              </a:defRPr>
            </a:pPr>
            <a:r>
              <a:rPr sz="2100" b="0" dirty="0">
                <a:solidFill>
                  <a:schemeClr val="bg2">
                    <a:lumMod val="25000"/>
                  </a:schemeClr>
                </a:solidFill>
                <a:latin typeface="Arial"/>
                <a:ea typeface="Arial"/>
                <a:cs typeface="Arial"/>
              </a:rPr>
              <a:t>Vendor 5</a:t>
            </a:r>
          </a:p>
        </p:txBody>
      </p:sp>
      <p:sp>
        <p:nvSpPr>
          <p:cNvPr id="10" name="visual-215">
            <a:extLst>
              <a:ext uri="{FF2B5EF4-FFF2-40B4-BE49-F238E27FC236}">
                <a16:creationId xmlns:a16="http://schemas.microsoft.com/office/drawing/2014/main" id="{3F2507F4-2178-4ABB-9B1C-9602590E3ABB}"/>
              </a:ext>
            </a:extLst>
          </p:cNvPr>
          <p:cNvSpPr>
            <a:spLocks noGrp="1"/>
          </p:cNvSpPr>
          <p:nvPr/>
        </p:nvSpPr>
        <p:spPr>
          <a:xfrm>
            <a:off x="3714750" y="2247900"/>
            <a:ext cx="2152650" cy="742950"/>
          </a:xfrm>
          <a:prstGeom prst="rect">
            <a:avLst/>
          </a:prstGeom>
          <a:solidFill>
            <a:srgbClr val="294957"/>
          </a:solidFill>
          <a:ln w="0">
            <a:noFill/>
            <a:prstDash val="solid"/>
          </a:ln>
        </p:spPr>
      </p:sp>
      <p:sp>
        <p:nvSpPr>
          <p:cNvPr id="11" name="visual-216">
            <a:extLst>
              <a:ext uri="{FF2B5EF4-FFF2-40B4-BE49-F238E27FC236}">
                <a16:creationId xmlns:a16="http://schemas.microsoft.com/office/drawing/2014/main" id="{F33EB76D-66FB-49BB-B174-2967F4D40D41}"/>
              </a:ext>
            </a:extLst>
          </p:cNvPr>
          <p:cNvSpPr>
            <a:spLocks noGrp="1"/>
          </p:cNvSpPr>
          <p:nvPr/>
        </p:nvSpPr>
        <p:spPr>
          <a:xfrm>
            <a:off x="3829050" y="2295525"/>
            <a:ext cx="1924050" cy="647700"/>
          </a:xfrm>
          <a:prstGeom prst="rect">
            <a:avLst/>
          </a:prstGeom>
          <a:noFill/>
          <a:ln w="0">
            <a:noFill/>
            <a:prstDash val="solid"/>
          </a:ln>
        </p:spPr>
        <p:txBody>
          <a:bodyPr lIns="0" tIns="0" rIns="0" bIns="0" anchor="ctr"/>
          <a:lstStyle>
            <a:defPPr algn="ctr">
              <a:defRPr sz="2100" b="1">
                <a:solidFill>
                  <a:srgbClr val="F7F4ED"/>
                </a:solidFill>
                <a:latin typeface="Arial"/>
                <a:ea typeface="Arial"/>
                <a:cs typeface="Arial"/>
              </a:defRPr>
            </a:defPPr>
            <a:lvl1pPr algn="ctr">
              <a:defRPr sz="2100" b="1">
                <a:solidFill>
                  <a:srgbClr val="F7F4ED"/>
                </a:solidFill>
                <a:latin typeface="Arial"/>
                <a:ea typeface="Arial"/>
                <a:cs typeface="Arial"/>
              </a:defRPr>
            </a:lvl1pPr>
            <a:lvl2pPr algn="ctr">
              <a:defRPr sz="2100" b="1">
                <a:solidFill>
                  <a:srgbClr val="F7F4ED"/>
                </a:solidFill>
                <a:latin typeface="Arial"/>
                <a:ea typeface="Arial"/>
                <a:cs typeface="Arial"/>
              </a:defRPr>
            </a:lvl2pPr>
            <a:lvl3pPr algn="ctr">
              <a:defRPr sz="2100" b="1">
                <a:solidFill>
                  <a:srgbClr val="F7F4ED"/>
                </a:solidFill>
                <a:latin typeface="Arial"/>
                <a:ea typeface="Arial"/>
                <a:cs typeface="Arial"/>
              </a:defRPr>
            </a:lvl3pPr>
            <a:lvl4pPr algn="ctr">
              <a:defRPr sz="2100" b="1">
                <a:solidFill>
                  <a:srgbClr val="F7F4ED"/>
                </a:solidFill>
                <a:latin typeface="Arial"/>
                <a:ea typeface="Arial"/>
                <a:cs typeface="Arial"/>
              </a:defRPr>
            </a:lvl4pPr>
            <a:lvl5pPr algn="ctr">
              <a:defRPr sz="2100" b="1">
                <a:solidFill>
                  <a:srgbClr val="F7F4ED"/>
                </a:solidFill>
                <a:latin typeface="Arial"/>
                <a:ea typeface="Arial"/>
                <a:cs typeface="Arial"/>
              </a:defRPr>
            </a:lvl5pPr>
            <a:lvl6pPr algn="ctr">
              <a:defRPr sz="2100" b="1">
                <a:solidFill>
                  <a:srgbClr val="F7F4ED"/>
                </a:solidFill>
                <a:latin typeface="Arial"/>
                <a:ea typeface="Arial"/>
                <a:cs typeface="Arial"/>
              </a:defRPr>
            </a:lvl6pPr>
            <a:lvl7pPr algn="ctr">
              <a:defRPr sz="2100" b="1">
                <a:solidFill>
                  <a:srgbClr val="F7F4ED"/>
                </a:solidFill>
                <a:latin typeface="Arial"/>
                <a:ea typeface="Arial"/>
                <a:cs typeface="Arial"/>
              </a:defRPr>
            </a:lvl7pPr>
            <a:lvl8pPr algn="ctr">
              <a:defRPr sz="2100" b="1">
                <a:solidFill>
                  <a:srgbClr val="F7F4ED"/>
                </a:solidFill>
                <a:latin typeface="Arial"/>
                <a:ea typeface="Arial"/>
                <a:cs typeface="Arial"/>
              </a:defRPr>
            </a:lvl8pPr>
            <a:lvl9pPr algn="ctr">
              <a:defRPr sz="2100" b="1">
                <a:solidFill>
                  <a:srgbClr val="F7F4ED"/>
                </a:solidFill>
                <a:latin typeface="Arial"/>
                <a:ea typeface="Arial"/>
                <a:cs typeface="Arial"/>
              </a:defRPr>
            </a:lvl9pPr>
          </a:lstStyle>
          <a:p>
            <a:pPr algn="ctr">
              <a:defRPr sz="2100" b="1">
                <a:solidFill>
                  <a:srgbClr val="F7F4ED"/>
                </a:solidFill>
                <a:latin typeface="Arial"/>
                <a:ea typeface="Arial"/>
                <a:cs typeface="Arial"/>
              </a:defRPr>
            </a:pPr>
            <a:r>
              <a:rPr sz="2100" b="1">
                <a:solidFill>
                  <a:srgbClr val="F7F4ED"/>
                </a:solidFill>
                <a:latin typeface="Arial"/>
                <a:ea typeface="Arial"/>
                <a:cs typeface="Arial"/>
              </a:rPr>
              <a:t>Risk and tests</a:t>
            </a:r>
          </a:p>
        </p:txBody>
      </p:sp>
      <p:sp>
        <p:nvSpPr>
          <p:cNvPr id="12" name="visual-217">
            <a:extLst>
              <a:ext uri="{FF2B5EF4-FFF2-40B4-BE49-F238E27FC236}">
                <a16:creationId xmlns:a16="http://schemas.microsoft.com/office/drawing/2014/main" id="{BB36A71C-CD9E-4741-80EA-E5A61DDFE11B}"/>
              </a:ext>
            </a:extLst>
          </p:cNvPr>
          <p:cNvSpPr>
            <a:spLocks noGrp="1"/>
          </p:cNvSpPr>
          <p:nvPr/>
        </p:nvSpPr>
        <p:spPr>
          <a:xfrm>
            <a:off x="5867400" y="2609850"/>
            <a:ext cx="609600" cy="28575"/>
          </a:xfrm>
          <a:prstGeom prst="rect">
            <a:avLst/>
          </a:prstGeom>
          <a:solidFill>
            <a:srgbClr val="67818A"/>
          </a:solidFill>
          <a:ln w="0">
            <a:noFill/>
            <a:prstDash val="solid"/>
          </a:ln>
        </p:spPr>
      </p:sp>
      <p:sp>
        <p:nvSpPr>
          <p:cNvPr id="13" name="visual-218">
            <a:extLst>
              <a:ext uri="{FF2B5EF4-FFF2-40B4-BE49-F238E27FC236}">
                <a16:creationId xmlns:a16="http://schemas.microsoft.com/office/drawing/2014/main" id="{9FE6DFED-C0CB-4852-A3A6-D926C9F9B1A6}"/>
              </a:ext>
            </a:extLst>
          </p:cNvPr>
          <p:cNvSpPr>
            <a:spLocks noGrp="1"/>
          </p:cNvSpPr>
          <p:nvPr/>
        </p:nvSpPr>
        <p:spPr>
          <a:xfrm>
            <a:off x="6553200" y="1943100"/>
            <a:ext cx="1524000" cy="1352550"/>
          </a:xfrm>
          <a:prstGeom prst="diamond">
            <a:avLst/>
          </a:prstGeom>
          <a:solidFill>
            <a:schemeClr val="bg1">
              <a:lumMod val="95000"/>
            </a:schemeClr>
          </a:solidFill>
          <a:ln w="0">
            <a:noFill/>
            <a:prstDash val="solid"/>
          </a:ln>
        </p:spPr>
      </p:sp>
      <p:sp>
        <p:nvSpPr>
          <p:cNvPr id="14" name="visual-219">
            <a:extLst>
              <a:ext uri="{FF2B5EF4-FFF2-40B4-BE49-F238E27FC236}">
                <a16:creationId xmlns:a16="http://schemas.microsoft.com/office/drawing/2014/main" id="{695F1313-884E-47DE-AFDF-26D933F589A2}"/>
              </a:ext>
            </a:extLst>
          </p:cNvPr>
          <p:cNvSpPr>
            <a:spLocks noGrp="1"/>
          </p:cNvSpPr>
          <p:nvPr/>
        </p:nvSpPr>
        <p:spPr>
          <a:xfrm>
            <a:off x="6686550" y="2305050"/>
            <a:ext cx="1257300" cy="590550"/>
          </a:xfrm>
          <a:prstGeom prst="rect">
            <a:avLst/>
          </a:prstGeom>
          <a:noFill/>
          <a:ln w="0">
            <a:noFill/>
            <a:prstDash val="solid"/>
          </a:ln>
        </p:spPr>
        <p:txBody>
          <a:bodyPr lIns="0" tIns="0" rIns="0" bIns="0" anchor="ctr"/>
          <a:lstStyle>
            <a:defPPr algn="ctr">
              <a:defRPr sz="1950" b="1">
                <a:solidFill>
                  <a:srgbClr val="132F3B"/>
                </a:solidFill>
                <a:latin typeface="Arial"/>
                <a:ea typeface="Arial"/>
                <a:cs typeface="Arial"/>
              </a:defRPr>
            </a:defPPr>
            <a:lvl1pPr algn="ctr">
              <a:defRPr sz="1950" b="1">
                <a:solidFill>
                  <a:srgbClr val="132F3B"/>
                </a:solidFill>
                <a:latin typeface="Arial"/>
                <a:ea typeface="Arial"/>
                <a:cs typeface="Arial"/>
              </a:defRPr>
            </a:lvl1pPr>
            <a:lvl2pPr algn="ctr">
              <a:defRPr sz="1950" b="1">
                <a:solidFill>
                  <a:srgbClr val="132F3B"/>
                </a:solidFill>
                <a:latin typeface="Arial"/>
                <a:ea typeface="Arial"/>
                <a:cs typeface="Arial"/>
              </a:defRPr>
            </a:lvl2pPr>
            <a:lvl3pPr algn="ctr">
              <a:defRPr sz="1950" b="1">
                <a:solidFill>
                  <a:srgbClr val="132F3B"/>
                </a:solidFill>
                <a:latin typeface="Arial"/>
                <a:ea typeface="Arial"/>
                <a:cs typeface="Arial"/>
              </a:defRPr>
            </a:lvl3pPr>
            <a:lvl4pPr algn="ctr">
              <a:defRPr sz="1950" b="1">
                <a:solidFill>
                  <a:srgbClr val="132F3B"/>
                </a:solidFill>
                <a:latin typeface="Arial"/>
                <a:ea typeface="Arial"/>
                <a:cs typeface="Arial"/>
              </a:defRPr>
            </a:lvl4pPr>
            <a:lvl5pPr algn="ctr">
              <a:defRPr sz="1950" b="1">
                <a:solidFill>
                  <a:srgbClr val="132F3B"/>
                </a:solidFill>
                <a:latin typeface="Arial"/>
                <a:ea typeface="Arial"/>
                <a:cs typeface="Arial"/>
              </a:defRPr>
            </a:lvl5pPr>
            <a:lvl6pPr algn="ctr">
              <a:defRPr sz="1950" b="1">
                <a:solidFill>
                  <a:srgbClr val="132F3B"/>
                </a:solidFill>
                <a:latin typeface="Arial"/>
                <a:ea typeface="Arial"/>
                <a:cs typeface="Arial"/>
              </a:defRPr>
            </a:lvl6pPr>
            <a:lvl7pPr algn="ctr">
              <a:defRPr sz="1950" b="1">
                <a:solidFill>
                  <a:srgbClr val="132F3B"/>
                </a:solidFill>
                <a:latin typeface="Arial"/>
                <a:ea typeface="Arial"/>
                <a:cs typeface="Arial"/>
              </a:defRPr>
            </a:lvl7pPr>
            <a:lvl8pPr algn="ctr">
              <a:defRPr sz="1950" b="1">
                <a:solidFill>
                  <a:srgbClr val="132F3B"/>
                </a:solidFill>
                <a:latin typeface="Arial"/>
                <a:ea typeface="Arial"/>
                <a:cs typeface="Arial"/>
              </a:defRPr>
            </a:lvl8pPr>
            <a:lvl9pPr algn="ctr">
              <a:defRPr sz="1950" b="1">
                <a:solidFill>
                  <a:srgbClr val="132F3B"/>
                </a:solidFill>
                <a:latin typeface="Arial"/>
                <a:ea typeface="Arial"/>
                <a:cs typeface="Arial"/>
              </a:defRPr>
            </a:lvl9pPr>
          </a:lstStyle>
          <a:p>
            <a:pPr algn="ctr">
              <a:defRPr sz="1950" b="1">
                <a:solidFill>
                  <a:srgbClr val="132F3B"/>
                </a:solidFill>
                <a:latin typeface="Arial"/>
                <a:ea typeface="Arial"/>
                <a:cs typeface="Arial"/>
              </a:defRPr>
            </a:pPr>
            <a:r>
              <a:rPr sz="1950" b="1">
                <a:solidFill>
                  <a:srgbClr val="132F3B"/>
                </a:solidFill>
                <a:latin typeface="Arial"/>
                <a:ea typeface="Arial"/>
                <a:cs typeface="Arial"/>
              </a:rPr>
              <a:t>Evidence</a:t>
            </a:r>
          </a:p>
        </p:txBody>
      </p:sp>
      <p:sp>
        <p:nvSpPr>
          <p:cNvPr id="15" name="visual-220">
            <a:extLst>
              <a:ext uri="{FF2B5EF4-FFF2-40B4-BE49-F238E27FC236}">
                <a16:creationId xmlns:a16="http://schemas.microsoft.com/office/drawing/2014/main" id="{9161E4FE-6EC0-4ECD-A52B-5318F482D7ED}"/>
              </a:ext>
            </a:extLst>
          </p:cNvPr>
          <p:cNvSpPr>
            <a:spLocks noGrp="1"/>
          </p:cNvSpPr>
          <p:nvPr/>
        </p:nvSpPr>
        <p:spPr>
          <a:xfrm>
            <a:off x="8077200" y="2609850"/>
            <a:ext cx="714375" cy="28575"/>
          </a:xfrm>
          <a:prstGeom prst="rect">
            <a:avLst/>
          </a:prstGeom>
          <a:solidFill>
            <a:srgbClr val="67818A"/>
          </a:solidFill>
          <a:ln w="0">
            <a:noFill/>
            <a:prstDash val="solid"/>
          </a:ln>
        </p:spPr>
      </p:sp>
      <p:sp>
        <p:nvSpPr>
          <p:cNvPr id="16" name="visual-221">
            <a:extLst>
              <a:ext uri="{FF2B5EF4-FFF2-40B4-BE49-F238E27FC236}">
                <a16:creationId xmlns:a16="http://schemas.microsoft.com/office/drawing/2014/main" id="{714381EE-49D1-4F89-82C7-B8F6FF02C4CD}"/>
              </a:ext>
            </a:extLst>
          </p:cNvPr>
          <p:cNvSpPr>
            <a:spLocks noGrp="1"/>
          </p:cNvSpPr>
          <p:nvPr/>
        </p:nvSpPr>
        <p:spPr>
          <a:xfrm>
            <a:off x="8858250" y="2247900"/>
            <a:ext cx="2638425" cy="742950"/>
          </a:xfrm>
          <a:prstGeom prst="rect">
            <a:avLst/>
          </a:prstGeom>
          <a:solidFill>
            <a:srgbClr val="294957"/>
          </a:solidFill>
          <a:ln w="0">
            <a:noFill/>
            <a:prstDash val="solid"/>
          </a:ln>
        </p:spPr>
      </p:sp>
      <p:sp>
        <p:nvSpPr>
          <p:cNvPr id="17" name="visual-222">
            <a:extLst>
              <a:ext uri="{FF2B5EF4-FFF2-40B4-BE49-F238E27FC236}">
                <a16:creationId xmlns:a16="http://schemas.microsoft.com/office/drawing/2014/main" id="{18F1272A-C839-45FB-A0C1-E3855D102EAE}"/>
              </a:ext>
            </a:extLst>
          </p:cNvPr>
          <p:cNvSpPr>
            <a:spLocks noGrp="1"/>
          </p:cNvSpPr>
          <p:nvPr/>
        </p:nvSpPr>
        <p:spPr>
          <a:xfrm>
            <a:off x="8972550" y="2295525"/>
            <a:ext cx="2409825" cy="647700"/>
          </a:xfrm>
          <a:prstGeom prst="rect">
            <a:avLst/>
          </a:prstGeom>
          <a:noFill/>
          <a:ln w="0">
            <a:noFill/>
            <a:prstDash val="solid"/>
          </a:ln>
        </p:spPr>
        <p:txBody>
          <a:bodyPr lIns="0" tIns="0" rIns="0" bIns="0" anchor="ctr"/>
          <a:lstStyle>
            <a:defPPr algn="ctr">
              <a:defRPr sz="2100" b="1">
                <a:solidFill>
                  <a:srgbClr val="F7F4ED"/>
                </a:solidFill>
                <a:latin typeface="Arial"/>
                <a:ea typeface="Arial"/>
                <a:cs typeface="Arial"/>
              </a:defRPr>
            </a:defPPr>
            <a:lvl1pPr algn="ctr">
              <a:defRPr sz="2100" b="1">
                <a:solidFill>
                  <a:srgbClr val="F7F4ED"/>
                </a:solidFill>
                <a:latin typeface="Arial"/>
                <a:ea typeface="Arial"/>
                <a:cs typeface="Arial"/>
              </a:defRPr>
            </a:lvl1pPr>
            <a:lvl2pPr algn="ctr">
              <a:defRPr sz="2100" b="1">
                <a:solidFill>
                  <a:srgbClr val="F7F4ED"/>
                </a:solidFill>
                <a:latin typeface="Arial"/>
                <a:ea typeface="Arial"/>
                <a:cs typeface="Arial"/>
              </a:defRPr>
            </a:lvl2pPr>
            <a:lvl3pPr algn="ctr">
              <a:defRPr sz="2100" b="1">
                <a:solidFill>
                  <a:srgbClr val="F7F4ED"/>
                </a:solidFill>
                <a:latin typeface="Arial"/>
                <a:ea typeface="Arial"/>
                <a:cs typeface="Arial"/>
              </a:defRPr>
            </a:lvl3pPr>
            <a:lvl4pPr algn="ctr">
              <a:defRPr sz="2100" b="1">
                <a:solidFill>
                  <a:srgbClr val="F7F4ED"/>
                </a:solidFill>
                <a:latin typeface="Arial"/>
                <a:ea typeface="Arial"/>
                <a:cs typeface="Arial"/>
              </a:defRPr>
            </a:lvl4pPr>
            <a:lvl5pPr algn="ctr">
              <a:defRPr sz="2100" b="1">
                <a:solidFill>
                  <a:srgbClr val="F7F4ED"/>
                </a:solidFill>
                <a:latin typeface="Arial"/>
                <a:ea typeface="Arial"/>
                <a:cs typeface="Arial"/>
              </a:defRPr>
            </a:lvl5pPr>
            <a:lvl6pPr algn="ctr">
              <a:defRPr sz="2100" b="1">
                <a:solidFill>
                  <a:srgbClr val="F7F4ED"/>
                </a:solidFill>
                <a:latin typeface="Arial"/>
                <a:ea typeface="Arial"/>
                <a:cs typeface="Arial"/>
              </a:defRPr>
            </a:lvl6pPr>
            <a:lvl7pPr algn="ctr">
              <a:defRPr sz="2100" b="1">
                <a:solidFill>
                  <a:srgbClr val="F7F4ED"/>
                </a:solidFill>
                <a:latin typeface="Arial"/>
                <a:ea typeface="Arial"/>
                <a:cs typeface="Arial"/>
              </a:defRPr>
            </a:lvl7pPr>
            <a:lvl8pPr algn="ctr">
              <a:defRPr sz="2100" b="1">
                <a:solidFill>
                  <a:srgbClr val="F7F4ED"/>
                </a:solidFill>
                <a:latin typeface="Arial"/>
                <a:ea typeface="Arial"/>
                <a:cs typeface="Arial"/>
              </a:defRPr>
            </a:lvl8pPr>
            <a:lvl9pPr algn="ctr">
              <a:defRPr sz="2100" b="1">
                <a:solidFill>
                  <a:srgbClr val="F7F4ED"/>
                </a:solidFill>
                <a:latin typeface="Arial"/>
                <a:ea typeface="Arial"/>
                <a:cs typeface="Arial"/>
              </a:defRPr>
            </a:lvl9pPr>
          </a:lstStyle>
          <a:p>
            <a:pPr algn="ctr">
              <a:defRPr sz="2100" b="1">
                <a:solidFill>
                  <a:srgbClr val="F7F4ED"/>
                </a:solidFill>
                <a:latin typeface="Arial"/>
                <a:ea typeface="Arial"/>
                <a:cs typeface="Arial"/>
              </a:defRPr>
            </a:pPr>
            <a:r>
              <a:rPr sz="2100" b="1">
                <a:solidFill>
                  <a:srgbClr val="F7F4ED"/>
                </a:solidFill>
                <a:latin typeface="Arial"/>
                <a:ea typeface="Arial"/>
                <a:cs typeface="Arial"/>
              </a:rPr>
              <a:t>Release or hold</a:t>
            </a:r>
          </a:p>
        </p:txBody>
      </p:sp>
      <p:sp>
        <p:nvSpPr>
          <p:cNvPr id="18" name="visual-223">
            <a:extLst>
              <a:ext uri="{FF2B5EF4-FFF2-40B4-BE49-F238E27FC236}">
                <a16:creationId xmlns:a16="http://schemas.microsoft.com/office/drawing/2014/main" id="{A1AF6EF8-3BB7-4E30-9AE2-75DF6CC2420B}"/>
              </a:ext>
            </a:extLst>
          </p:cNvPr>
          <p:cNvSpPr>
            <a:spLocks noGrp="1"/>
          </p:cNvSpPr>
          <p:nvPr/>
        </p:nvSpPr>
        <p:spPr>
          <a:xfrm>
            <a:off x="3714750" y="3590925"/>
            <a:ext cx="7858125" cy="876300"/>
          </a:xfrm>
          <a:prstGeom prst="rect">
            <a:avLst/>
          </a:prstGeom>
          <a:noFill/>
          <a:ln w="0">
            <a:noFill/>
            <a:prstDash val="solid"/>
          </a:ln>
        </p:spPr>
        <p:txBody>
          <a:bodyPr lIns="0" tIns="0" rIns="0" bIns="0" anchor="ctr"/>
          <a:lstStyle>
            <a:defPPr algn="l">
              <a:defRPr sz="2100" b="0">
                <a:solidFill>
                  <a:srgbClr val="F7F4ED"/>
                </a:solidFill>
                <a:latin typeface="Arial"/>
                <a:ea typeface="Arial"/>
                <a:cs typeface="Arial"/>
              </a:defRPr>
            </a:defPPr>
            <a:lvl1pPr algn="l">
              <a:defRPr sz="2100" b="0">
                <a:solidFill>
                  <a:srgbClr val="F7F4ED"/>
                </a:solidFill>
                <a:latin typeface="Arial"/>
                <a:ea typeface="Arial"/>
                <a:cs typeface="Arial"/>
              </a:defRPr>
            </a:lvl1pPr>
            <a:lvl2pPr algn="l">
              <a:defRPr sz="2100" b="0">
                <a:solidFill>
                  <a:srgbClr val="F7F4ED"/>
                </a:solidFill>
                <a:latin typeface="Arial"/>
                <a:ea typeface="Arial"/>
                <a:cs typeface="Arial"/>
              </a:defRPr>
            </a:lvl2pPr>
            <a:lvl3pPr algn="l">
              <a:defRPr sz="2100" b="0">
                <a:solidFill>
                  <a:srgbClr val="F7F4ED"/>
                </a:solidFill>
                <a:latin typeface="Arial"/>
                <a:ea typeface="Arial"/>
                <a:cs typeface="Arial"/>
              </a:defRPr>
            </a:lvl3pPr>
            <a:lvl4pPr algn="l">
              <a:defRPr sz="2100" b="0">
                <a:solidFill>
                  <a:srgbClr val="F7F4ED"/>
                </a:solidFill>
                <a:latin typeface="Arial"/>
                <a:ea typeface="Arial"/>
                <a:cs typeface="Arial"/>
              </a:defRPr>
            </a:lvl4pPr>
            <a:lvl5pPr algn="l">
              <a:defRPr sz="2100" b="0">
                <a:solidFill>
                  <a:srgbClr val="F7F4ED"/>
                </a:solidFill>
                <a:latin typeface="Arial"/>
                <a:ea typeface="Arial"/>
                <a:cs typeface="Arial"/>
              </a:defRPr>
            </a:lvl5pPr>
            <a:lvl6pPr algn="l">
              <a:defRPr sz="2100" b="0">
                <a:solidFill>
                  <a:srgbClr val="F7F4ED"/>
                </a:solidFill>
                <a:latin typeface="Arial"/>
                <a:ea typeface="Arial"/>
                <a:cs typeface="Arial"/>
              </a:defRPr>
            </a:lvl6pPr>
            <a:lvl7pPr algn="l">
              <a:defRPr sz="2100" b="0">
                <a:solidFill>
                  <a:srgbClr val="F7F4ED"/>
                </a:solidFill>
                <a:latin typeface="Arial"/>
                <a:ea typeface="Arial"/>
                <a:cs typeface="Arial"/>
              </a:defRPr>
            </a:lvl7pPr>
            <a:lvl8pPr algn="l">
              <a:defRPr sz="2100" b="0">
                <a:solidFill>
                  <a:srgbClr val="F7F4ED"/>
                </a:solidFill>
                <a:latin typeface="Arial"/>
                <a:ea typeface="Arial"/>
                <a:cs typeface="Arial"/>
              </a:defRPr>
            </a:lvl8pPr>
            <a:lvl9pPr algn="l">
              <a:defRPr sz="2100" b="0">
                <a:solidFill>
                  <a:srgbClr val="F7F4ED"/>
                </a:solidFill>
                <a:latin typeface="Arial"/>
                <a:ea typeface="Arial"/>
                <a:cs typeface="Arial"/>
              </a:defRPr>
            </a:lvl9pPr>
          </a:lstStyle>
          <a:p>
            <a:pPr algn="l">
              <a:defRPr sz="2100" b="0">
                <a:solidFill>
                  <a:srgbClr val="F7F4ED"/>
                </a:solidFill>
                <a:latin typeface="Arial"/>
                <a:ea typeface="Arial"/>
                <a:cs typeface="Arial"/>
              </a:defRPr>
            </a:pPr>
            <a:r>
              <a:rPr sz="2100" b="0" dirty="0">
                <a:solidFill>
                  <a:schemeClr val="tx1">
                    <a:lumMod val="75000"/>
                    <a:lumOff val="25000"/>
                  </a:schemeClr>
                </a:solidFill>
                <a:latin typeface="Arial"/>
                <a:ea typeface="Arial"/>
                <a:cs typeface="Arial"/>
              </a:rPr>
              <a:t>Test releases, false alerts and unusual cases.</a:t>
            </a:r>
          </a:p>
          <a:p>
            <a:pPr algn="l">
              <a:defRPr sz="2100" b="0">
                <a:solidFill>
                  <a:srgbClr val="F7F4ED"/>
                </a:solidFill>
                <a:latin typeface="Arial"/>
                <a:ea typeface="Arial"/>
                <a:cs typeface="Arial"/>
              </a:defRPr>
            </a:pPr>
            <a:r>
              <a:rPr sz="2100" b="0" dirty="0">
                <a:solidFill>
                  <a:schemeClr val="tx1">
                    <a:lumMod val="75000"/>
                    <a:lumOff val="25000"/>
                  </a:schemeClr>
                </a:solidFill>
                <a:latin typeface="Arial"/>
                <a:ea typeface="Arial"/>
                <a:cs typeface="Arial"/>
              </a:rPr>
              <a:t>Track defects and confirm the correction.</a:t>
            </a:r>
          </a:p>
        </p:txBody>
      </p:sp>
      <p:sp>
        <p:nvSpPr>
          <p:cNvPr id="19" name="visual-224">
            <a:extLst>
              <a:ext uri="{FF2B5EF4-FFF2-40B4-BE49-F238E27FC236}">
                <a16:creationId xmlns:a16="http://schemas.microsoft.com/office/drawing/2014/main" id="{73A988D5-E7E6-44C9-95F9-4076B4C96090}"/>
              </a:ext>
            </a:extLst>
          </p:cNvPr>
          <p:cNvSpPr>
            <a:spLocks noGrp="1"/>
          </p:cNvSpPr>
          <p:nvPr/>
        </p:nvSpPr>
        <p:spPr>
          <a:xfrm>
            <a:off x="3714750" y="4552950"/>
            <a:ext cx="7858125" cy="419100"/>
          </a:xfrm>
          <a:prstGeom prst="rect">
            <a:avLst/>
          </a:prstGeom>
          <a:noFill/>
          <a:ln w="0">
            <a:noFill/>
            <a:prstDash val="solid"/>
          </a:ln>
        </p:spPr>
        <p:txBody>
          <a:bodyPr lIns="0" tIns="0" rIns="0" bIns="0" anchor="ctr"/>
          <a:lstStyle>
            <a:defPPr algn="l">
              <a:defRPr sz="1875" b="0">
                <a:solidFill>
                  <a:srgbClr val="BDD4D4"/>
                </a:solidFill>
                <a:latin typeface="Arial"/>
                <a:ea typeface="Arial"/>
                <a:cs typeface="Arial"/>
              </a:defRPr>
            </a:defPPr>
            <a:lvl1pPr algn="l">
              <a:defRPr sz="1875" b="0">
                <a:solidFill>
                  <a:srgbClr val="BDD4D4"/>
                </a:solidFill>
                <a:latin typeface="Arial"/>
                <a:ea typeface="Arial"/>
                <a:cs typeface="Arial"/>
              </a:defRPr>
            </a:lvl1pPr>
            <a:lvl2pPr algn="l">
              <a:defRPr sz="1875" b="0">
                <a:solidFill>
                  <a:srgbClr val="BDD4D4"/>
                </a:solidFill>
                <a:latin typeface="Arial"/>
                <a:ea typeface="Arial"/>
                <a:cs typeface="Arial"/>
              </a:defRPr>
            </a:lvl2pPr>
            <a:lvl3pPr algn="l">
              <a:defRPr sz="1875" b="0">
                <a:solidFill>
                  <a:srgbClr val="BDD4D4"/>
                </a:solidFill>
                <a:latin typeface="Arial"/>
                <a:ea typeface="Arial"/>
                <a:cs typeface="Arial"/>
              </a:defRPr>
            </a:lvl3pPr>
            <a:lvl4pPr algn="l">
              <a:defRPr sz="1875" b="0">
                <a:solidFill>
                  <a:srgbClr val="BDD4D4"/>
                </a:solidFill>
                <a:latin typeface="Arial"/>
                <a:ea typeface="Arial"/>
                <a:cs typeface="Arial"/>
              </a:defRPr>
            </a:lvl4pPr>
            <a:lvl5pPr algn="l">
              <a:defRPr sz="1875" b="0">
                <a:solidFill>
                  <a:srgbClr val="BDD4D4"/>
                </a:solidFill>
                <a:latin typeface="Arial"/>
                <a:ea typeface="Arial"/>
                <a:cs typeface="Arial"/>
              </a:defRPr>
            </a:lvl5pPr>
            <a:lvl6pPr algn="l">
              <a:defRPr sz="1875" b="0">
                <a:solidFill>
                  <a:srgbClr val="BDD4D4"/>
                </a:solidFill>
                <a:latin typeface="Arial"/>
                <a:ea typeface="Arial"/>
                <a:cs typeface="Arial"/>
              </a:defRPr>
            </a:lvl6pPr>
            <a:lvl7pPr algn="l">
              <a:defRPr sz="1875" b="0">
                <a:solidFill>
                  <a:srgbClr val="BDD4D4"/>
                </a:solidFill>
                <a:latin typeface="Arial"/>
                <a:ea typeface="Arial"/>
                <a:cs typeface="Arial"/>
              </a:defRPr>
            </a:lvl7pPr>
            <a:lvl8pPr algn="l">
              <a:defRPr sz="1875" b="0">
                <a:solidFill>
                  <a:srgbClr val="BDD4D4"/>
                </a:solidFill>
                <a:latin typeface="Arial"/>
                <a:ea typeface="Arial"/>
                <a:cs typeface="Arial"/>
              </a:defRPr>
            </a:lvl8pPr>
            <a:lvl9pPr algn="l">
              <a:defRPr sz="1875" b="0">
                <a:solidFill>
                  <a:srgbClr val="BDD4D4"/>
                </a:solidFill>
                <a:latin typeface="Arial"/>
                <a:ea typeface="Arial"/>
                <a:cs typeface="Arial"/>
              </a:defRPr>
            </a:lvl9pPr>
          </a:lstStyle>
          <a:p>
            <a:pPr algn="l">
              <a:defRPr sz="1875" b="0">
                <a:solidFill>
                  <a:srgbClr val="BDD4D4"/>
                </a:solidFill>
                <a:latin typeface="Arial"/>
                <a:ea typeface="Arial"/>
                <a:cs typeface="Arial"/>
              </a:defRPr>
            </a:pPr>
            <a:r>
              <a:rPr sz="1875" b="0" dirty="0">
                <a:solidFill>
                  <a:schemeClr val="tx1"/>
                </a:solidFill>
                <a:latin typeface="Arial"/>
                <a:ea typeface="Arial"/>
                <a:cs typeface="Arial"/>
              </a:rPr>
              <a:t>Candidate: Testing skill and evidence-based judgement</a:t>
            </a:r>
          </a:p>
        </p:txBody>
      </p:sp>
      <p:sp>
        <p:nvSpPr>
          <p:cNvPr id="20" name="visual-225">
            <a:extLst>
              <a:ext uri="{FF2B5EF4-FFF2-40B4-BE49-F238E27FC236}">
                <a16:creationId xmlns:a16="http://schemas.microsoft.com/office/drawing/2014/main" id="{1B0A7B29-A5CD-4AE6-B0C9-650FA51119A5}"/>
              </a:ext>
            </a:extLst>
          </p:cNvPr>
          <p:cNvSpPr>
            <a:spLocks noGrp="1"/>
          </p:cNvSpPr>
          <p:nvPr/>
        </p:nvSpPr>
        <p:spPr>
          <a:xfrm>
            <a:off x="3714750" y="4991100"/>
            <a:ext cx="7858125" cy="419100"/>
          </a:xfrm>
          <a:prstGeom prst="rect">
            <a:avLst/>
          </a:prstGeom>
          <a:noFill/>
          <a:ln w="0">
            <a:noFill/>
            <a:prstDash val="solid"/>
          </a:ln>
        </p:spPr>
        <p:txBody>
          <a:bodyPr lIns="0" tIns="0" rIns="0" bIns="0" anchor="ctr"/>
          <a:lstStyle>
            <a:defPPr algn="l">
              <a:defRPr sz="1875" b="0">
                <a:solidFill>
                  <a:srgbClr val="BDD4D4"/>
                </a:solidFill>
                <a:latin typeface="Arial"/>
                <a:ea typeface="Arial"/>
                <a:cs typeface="Arial"/>
              </a:defRPr>
            </a:defPPr>
            <a:lvl1pPr algn="l">
              <a:defRPr sz="1875" b="0">
                <a:solidFill>
                  <a:srgbClr val="BDD4D4"/>
                </a:solidFill>
                <a:latin typeface="Arial"/>
                <a:ea typeface="Arial"/>
                <a:cs typeface="Arial"/>
              </a:defRPr>
            </a:lvl1pPr>
            <a:lvl2pPr algn="l">
              <a:defRPr sz="1875" b="0">
                <a:solidFill>
                  <a:srgbClr val="BDD4D4"/>
                </a:solidFill>
                <a:latin typeface="Arial"/>
                <a:ea typeface="Arial"/>
                <a:cs typeface="Arial"/>
              </a:defRPr>
            </a:lvl2pPr>
            <a:lvl3pPr algn="l">
              <a:defRPr sz="1875" b="0">
                <a:solidFill>
                  <a:srgbClr val="BDD4D4"/>
                </a:solidFill>
                <a:latin typeface="Arial"/>
                <a:ea typeface="Arial"/>
                <a:cs typeface="Arial"/>
              </a:defRPr>
            </a:lvl3pPr>
            <a:lvl4pPr algn="l">
              <a:defRPr sz="1875" b="0">
                <a:solidFill>
                  <a:srgbClr val="BDD4D4"/>
                </a:solidFill>
                <a:latin typeface="Arial"/>
                <a:ea typeface="Arial"/>
                <a:cs typeface="Arial"/>
              </a:defRPr>
            </a:lvl4pPr>
            <a:lvl5pPr algn="l">
              <a:defRPr sz="1875" b="0">
                <a:solidFill>
                  <a:srgbClr val="BDD4D4"/>
                </a:solidFill>
                <a:latin typeface="Arial"/>
                <a:ea typeface="Arial"/>
                <a:cs typeface="Arial"/>
              </a:defRPr>
            </a:lvl5pPr>
            <a:lvl6pPr algn="l">
              <a:defRPr sz="1875" b="0">
                <a:solidFill>
                  <a:srgbClr val="BDD4D4"/>
                </a:solidFill>
                <a:latin typeface="Arial"/>
                <a:ea typeface="Arial"/>
                <a:cs typeface="Arial"/>
              </a:defRPr>
            </a:lvl6pPr>
            <a:lvl7pPr algn="l">
              <a:defRPr sz="1875" b="0">
                <a:solidFill>
                  <a:srgbClr val="BDD4D4"/>
                </a:solidFill>
                <a:latin typeface="Arial"/>
                <a:ea typeface="Arial"/>
                <a:cs typeface="Arial"/>
              </a:defRPr>
            </a:lvl7pPr>
            <a:lvl8pPr algn="l">
              <a:defRPr sz="1875" b="0">
                <a:solidFill>
                  <a:srgbClr val="BDD4D4"/>
                </a:solidFill>
                <a:latin typeface="Arial"/>
                <a:ea typeface="Arial"/>
                <a:cs typeface="Arial"/>
              </a:defRPr>
            </a:lvl8pPr>
            <a:lvl9pPr algn="l">
              <a:defRPr sz="1875" b="0">
                <a:solidFill>
                  <a:srgbClr val="BDD4D4"/>
                </a:solidFill>
                <a:latin typeface="Arial"/>
                <a:ea typeface="Arial"/>
                <a:cs typeface="Arial"/>
              </a:defRPr>
            </a:lvl9pPr>
          </a:lstStyle>
          <a:p>
            <a:pPr algn="l">
              <a:defRPr sz="1875" b="0">
                <a:solidFill>
                  <a:srgbClr val="BDD4D4"/>
                </a:solidFill>
                <a:latin typeface="Arial"/>
                <a:ea typeface="Arial"/>
                <a:cs typeface="Arial"/>
              </a:defRPr>
            </a:pPr>
            <a:r>
              <a:rPr sz="1875" b="0" dirty="0">
                <a:solidFill>
                  <a:schemeClr val="tx1"/>
                </a:solidFill>
                <a:latin typeface="Arial"/>
                <a:ea typeface="Arial"/>
                <a:cs typeface="Arial"/>
              </a:rPr>
              <a:t>Selection: Review a release pack and justify a hold or retest.</a:t>
            </a:r>
          </a:p>
        </p:txBody>
      </p:sp>
      <p:sp>
        <p:nvSpPr>
          <p:cNvPr id="21" name="visual-226">
            <a:extLst>
              <a:ext uri="{FF2B5EF4-FFF2-40B4-BE49-F238E27FC236}">
                <a16:creationId xmlns:a16="http://schemas.microsoft.com/office/drawing/2014/main" id="{0A64AFFD-4A53-46C0-8758-131FA7A67040}"/>
              </a:ext>
            </a:extLst>
          </p:cNvPr>
          <p:cNvSpPr>
            <a:spLocks noGrp="1"/>
          </p:cNvSpPr>
          <p:nvPr/>
        </p:nvSpPr>
        <p:spPr>
          <a:xfrm>
            <a:off x="571500" y="5391150"/>
            <a:ext cx="11001375" cy="333375"/>
          </a:xfrm>
          <a:prstGeom prst="rect">
            <a:avLst/>
          </a:prstGeom>
          <a:noFill/>
          <a:ln w="0">
            <a:noFill/>
            <a:prstDash val="solid"/>
          </a:ln>
        </p:spPr>
        <p:txBody>
          <a:bodyPr lIns="0" tIns="0" rIns="0" bIns="0" anchor="ctr"/>
          <a:lstStyle>
            <a:defPPr algn="l">
              <a:defRPr sz="1800" b="1">
                <a:solidFill>
                  <a:srgbClr val="F7F4ED"/>
                </a:solidFill>
                <a:latin typeface="Arial"/>
                <a:ea typeface="Arial"/>
                <a:cs typeface="Arial"/>
              </a:defRPr>
            </a:defPPr>
            <a:lvl1pPr algn="l">
              <a:defRPr sz="1800" b="1">
                <a:solidFill>
                  <a:srgbClr val="F7F4ED"/>
                </a:solidFill>
                <a:latin typeface="Arial"/>
                <a:ea typeface="Arial"/>
                <a:cs typeface="Arial"/>
              </a:defRPr>
            </a:lvl1pPr>
            <a:lvl2pPr algn="l">
              <a:defRPr sz="1800" b="1">
                <a:solidFill>
                  <a:srgbClr val="F7F4ED"/>
                </a:solidFill>
                <a:latin typeface="Arial"/>
                <a:ea typeface="Arial"/>
                <a:cs typeface="Arial"/>
              </a:defRPr>
            </a:lvl2pPr>
            <a:lvl3pPr algn="l">
              <a:defRPr sz="1800" b="1">
                <a:solidFill>
                  <a:srgbClr val="F7F4ED"/>
                </a:solidFill>
                <a:latin typeface="Arial"/>
                <a:ea typeface="Arial"/>
                <a:cs typeface="Arial"/>
              </a:defRPr>
            </a:lvl3pPr>
            <a:lvl4pPr algn="l">
              <a:defRPr sz="1800" b="1">
                <a:solidFill>
                  <a:srgbClr val="F7F4ED"/>
                </a:solidFill>
                <a:latin typeface="Arial"/>
                <a:ea typeface="Arial"/>
                <a:cs typeface="Arial"/>
              </a:defRPr>
            </a:lvl4pPr>
            <a:lvl5pPr algn="l">
              <a:defRPr sz="1800" b="1">
                <a:solidFill>
                  <a:srgbClr val="F7F4ED"/>
                </a:solidFill>
                <a:latin typeface="Arial"/>
                <a:ea typeface="Arial"/>
                <a:cs typeface="Arial"/>
              </a:defRPr>
            </a:lvl5pPr>
            <a:lvl6pPr algn="l">
              <a:defRPr sz="1800" b="1">
                <a:solidFill>
                  <a:srgbClr val="F7F4ED"/>
                </a:solidFill>
                <a:latin typeface="Arial"/>
                <a:ea typeface="Arial"/>
                <a:cs typeface="Arial"/>
              </a:defRPr>
            </a:lvl6pPr>
            <a:lvl7pPr algn="l">
              <a:defRPr sz="1800" b="1">
                <a:solidFill>
                  <a:srgbClr val="F7F4ED"/>
                </a:solidFill>
                <a:latin typeface="Arial"/>
                <a:ea typeface="Arial"/>
                <a:cs typeface="Arial"/>
              </a:defRPr>
            </a:lvl7pPr>
            <a:lvl8pPr algn="l">
              <a:defRPr sz="1800" b="1">
                <a:solidFill>
                  <a:srgbClr val="F7F4ED"/>
                </a:solidFill>
                <a:latin typeface="Arial"/>
                <a:ea typeface="Arial"/>
                <a:cs typeface="Arial"/>
              </a:defRPr>
            </a:lvl8pPr>
            <a:lvl9pPr algn="l">
              <a:defRPr sz="1800" b="1">
                <a:solidFill>
                  <a:srgbClr val="F7F4ED"/>
                </a:solidFill>
                <a:latin typeface="Arial"/>
                <a:ea typeface="Arial"/>
                <a:cs typeface="Arial"/>
              </a:defRPr>
            </a:lvl9pPr>
          </a:lstStyle>
          <a:p>
            <a:pPr algn="l">
              <a:defRPr sz="1800" b="1">
                <a:solidFill>
                  <a:srgbClr val="F7F4ED"/>
                </a:solidFill>
                <a:latin typeface="Arial"/>
                <a:ea typeface="Arial"/>
                <a:cs typeface="Arial"/>
              </a:defRPr>
            </a:pPr>
            <a:r>
              <a:rPr sz="1800" b="1" dirty="0">
                <a:solidFill>
                  <a:schemeClr val="tx2">
                    <a:lumMod val="75000"/>
                  </a:schemeClr>
                </a:solidFill>
                <a:latin typeface="Arial"/>
                <a:ea typeface="Arial"/>
                <a:cs typeface="Arial"/>
              </a:rPr>
              <a:t>Follow the agreed release-hold and escalation process.</a:t>
            </a:r>
          </a:p>
        </p:txBody>
      </p:sp>
    </p:spTree>
    <p:extLst>
      <p:ext uri="{BB962C8B-B14F-4D97-AF65-F5344CB8AC3E}">
        <p14:creationId xmlns:p14="http://schemas.microsoft.com/office/powerpoint/2010/main" val="851907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visual-227">
            <a:extLst>
              <a:ext uri="{FF2B5EF4-FFF2-40B4-BE49-F238E27FC236}">
                <a16:creationId xmlns:a16="http://schemas.microsoft.com/office/drawing/2014/main" id="{FE5EB4AE-F12D-4544-8BE2-47BEAC3194A4}"/>
              </a:ext>
            </a:extLst>
          </p:cNvPr>
          <p:cNvSpPr>
            <a:spLocks noGrp="1"/>
          </p:cNvSpPr>
          <p:nvPr/>
        </p:nvSpPr>
        <p:spPr>
          <a:xfrm>
            <a:off x="0" y="0"/>
            <a:ext cx="133350" cy="6858000"/>
          </a:xfrm>
          <a:prstGeom prst="rect">
            <a:avLst/>
          </a:prstGeom>
          <a:solidFill>
            <a:srgbClr val="147D80"/>
          </a:solidFill>
          <a:ln w="0">
            <a:noFill/>
            <a:prstDash val="solid"/>
          </a:ln>
        </p:spPr>
      </p:sp>
      <p:sp>
        <p:nvSpPr>
          <p:cNvPr id="2" name="visual-228">
            <a:extLst>
              <a:ext uri="{FF2B5EF4-FFF2-40B4-BE49-F238E27FC236}">
                <a16:creationId xmlns:a16="http://schemas.microsoft.com/office/drawing/2014/main" id="{1814D5B4-ED63-40D0-A947-3C8709031F8E}"/>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132F3B"/>
                </a:solidFill>
                <a:latin typeface="Arial"/>
                <a:ea typeface="Arial"/>
                <a:cs typeface="Arial"/>
              </a:defRPr>
            </a:defPPr>
            <a:lvl1pPr algn="l">
              <a:defRPr sz="3300" b="1">
                <a:solidFill>
                  <a:srgbClr val="132F3B"/>
                </a:solidFill>
                <a:latin typeface="Arial"/>
                <a:ea typeface="Arial"/>
                <a:cs typeface="Arial"/>
              </a:defRPr>
            </a:lvl1pPr>
            <a:lvl2pPr algn="l">
              <a:defRPr sz="3300" b="1">
                <a:solidFill>
                  <a:srgbClr val="132F3B"/>
                </a:solidFill>
                <a:latin typeface="Arial"/>
                <a:ea typeface="Arial"/>
                <a:cs typeface="Arial"/>
              </a:defRPr>
            </a:lvl2pPr>
            <a:lvl3pPr algn="l">
              <a:defRPr sz="3300" b="1">
                <a:solidFill>
                  <a:srgbClr val="132F3B"/>
                </a:solidFill>
                <a:latin typeface="Arial"/>
                <a:ea typeface="Arial"/>
                <a:cs typeface="Arial"/>
              </a:defRPr>
            </a:lvl3pPr>
            <a:lvl4pPr algn="l">
              <a:defRPr sz="3300" b="1">
                <a:solidFill>
                  <a:srgbClr val="132F3B"/>
                </a:solidFill>
                <a:latin typeface="Arial"/>
                <a:ea typeface="Arial"/>
                <a:cs typeface="Arial"/>
              </a:defRPr>
            </a:lvl4pPr>
            <a:lvl5pPr algn="l">
              <a:defRPr sz="3300" b="1">
                <a:solidFill>
                  <a:srgbClr val="132F3B"/>
                </a:solidFill>
                <a:latin typeface="Arial"/>
                <a:ea typeface="Arial"/>
                <a:cs typeface="Arial"/>
              </a:defRPr>
            </a:lvl5pPr>
            <a:lvl6pPr algn="l">
              <a:defRPr sz="3300" b="1">
                <a:solidFill>
                  <a:srgbClr val="132F3B"/>
                </a:solidFill>
                <a:latin typeface="Arial"/>
                <a:ea typeface="Arial"/>
                <a:cs typeface="Arial"/>
              </a:defRPr>
            </a:lvl6pPr>
            <a:lvl7pPr algn="l">
              <a:defRPr sz="3300" b="1">
                <a:solidFill>
                  <a:srgbClr val="132F3B"/>
                </a:solidFill>
                <a:latin typeface="Arial"/>
                <a:ea typeface="Arial"/>
                <a:cs typeface="Arial"/>
              </a:defRPr>
            </a:lvl7pPr>
            <a:lvl8pPr algn="l">
              <a:defRPr sz="3300" b="1">
                <a:solidFill>
                  <a:srgbClr val="132F3B"/>
                </a:solidFill>
                <a:latin typeface="Arial"/>
                <a:ea typeface="Arial"/>
                <a:cs typeface="Arial"/>
              </a:defRPr>
            </a:lvl8pPr>
            <a:lvl9pPr algn="l">
              <a:defRPr sz="3300" b="1">
                <a:solidFill>
                  <a:srgbClr val="132F3B"/>
                </a:solidFill>
                <a:latin typeface="Arial"/>
                <a:ea typeface="Arial"/>
                <a:cs typeface="Arial"/>
              </a:defRPr>
            </a:lvl9pPr>
          </a:lstStyle>
          <a:p>
            <a:pPr algn="l">
              <a:defRPr sz="3300" b="1">
                <a:solidFill>
                  <a:srgbClr val="132F3B"/>
                </a:solidFill>
                <a:latin typeface="Arial"/>
                <a:ea typeface="Arial"/>
                <a:cs typeface="Arial"/>
              </a:defRPr>
            </a:pPr>
            <a:r>
              <a:rPr sz="3300" b="1">
                <a:solidFill>
                  <a:srgbClr val="132F3B"/>
                </a:solidFill>
                <a:latin typeface="Arial"/>
                <a:ea typeface="Arial"/>
                <a:cs typeface="Arial"/>
              </a:rPr>
              <a:t>Customer Data and Contract Specialist</a:t>
            </a:r>
          </a:p>
        </p:txBody>
      </p:sp>
      <p:sp>
        <p:nvSpPr>
          <p:cNvPr id="3" name="visual-229">
            <a:extLst>
              <a:ext uri="{FF2B5EF4-FFF2-40B4-BE49-F238E27FC236}">
                <a16:creationId xmlns:a16="http://schemas.microsoft.com/office/drawing/2014/main" id="{3F0D0E0C-6CFE-4436-9DDD-6E0601DDCABC}"/>
              </a:ext>
            </a:extLst>
          </p:cNvPr>
          <p:cNvSpPr>
            <a:spLocks noGrp="1"/>
          </p:cNvSpPr>
          <p:nvPr/>
        </p:nvSpPr>
        <p:spPr>
          <a:xfrm>
            <a:off x="571500" y="1304925"/>
            <a:ext cx="11001375" cy="495300"/>
          </a:xfrm>
          <a:prstGeom prst="rect">
            <a:avLst/>
          </a:prstGeom>
          <a:noFill/>
          <a:ln w="0">
            <a:noFill/>
            <a:prstDash val="solid"/>
          </a:ln>
        </p:spPr>
        <p:txBody>
          <a:bodyPr lIns="0" tIns="0" rIns="0" bIns="0" anchor="ctr"/>
          <a:lstStyle>
            <a:defPPr algn="l">
              <a:defRPr sz="1800" b="0">
                <a:solidFill>
                  <a:srgbClr val="526770"/>
                </a:solidFill>
                <a:latin typeface="Arial"/>
                <a:ea typeface="Arial"/>
                <a:cs typeface="Arial"/>
              </a:defRPr>
            </a:defPPr>
            <a:lvl1pPr algn="l">
              <a:defRPr sz="1800" b="0">
                <a:solidFill>
                  <a:srgbClr val="526770"/>
                </a:solidFill>
                <a:latin typeface="Arial"/>
                <a:ea typeface="Arial"/>
                <a:cs typeface="Arial"/>
              </a:defRPr>
            </a:lvl1pPr>
            <a:lvl2pPr algn="l">
              <a:defRPr sz="1800" b="0">
                <a:solidFill>
                  <a:srgbClr val="526770"/>
                </a:solidFill>
                <a:latin typeface="Arial"/>
                <a:ea typeface="Arial"/>
                <a:cs typeface="Arial"/>
              </a:defRPr>
            </a:lvl2pPr>
            <a:lvl3pPr algn="l">
              <a:defRPr sz="1800" b="0">
                <a:solidFill>
                  <a:srgbClr val="526770"/>
                </a:solidFill>
                <a:latin typeface="Arial"/>
                <a:ea typeface="Arial"/>
                <a:cs typeface="Arial"/>
              </a:defRPr>
            </a:lvl3pPr>
            <a:lvl4pPr algn="l">
              <a:defRPr sz="1800" b="0">
                <a:solidFill>
                  <a:srgbClr val="526770"/>
                </a:solidFill>
                <a:latin typeface="Arial"/>
                <a:ea typeface="Arial"/>
                <a:cs typeface="Arial"/>
              </a:defRPr>
            </a:lvl4pPr>
            <a:lvl5pPr algn="l">
              <a:defRPr sz="1800" b="0">
                <a:solidFill>
                  <a:srgbClr val="526770"/>
                </a:solidFill>
                <a:latin typeface="Arial"/>
                <a:ea typeface="Arial"/>
                <a:cs typeface="Arial"/>
              </a:defRPr>
            </a:lvl5pPr>
            <a:lvl6pPr algn="l">
              <a:defRPr sz="1800" b="0">
                <a:solidFill>
                  <a:srgbClr val="526770"/>
                </a:solidFill>
                <a:latin typeface="Arial"/>
                <a:ea typeface="Arial"/>
                <a:cs typeface="Arial"/>
              </a:defRPr>
            </a:lvl6pPr>
            <a:lvl7pPr algn="l">
              <a:defRPr sz="1800" b="0">
                <a:solidFill>
                  <a:srgbClr val="526770"/>
                </a:solidFill>
                <a:latin typeface="Arial"/>
                <a:ea typeface="Arial"/>
                <a:cs typeface="Arial"/>
              </a:defRPr>
            </a:lvl7pPr>
            <a:lvl8pPr algn="l">
              <a:defRPr sz="1800" b="0">
                <a:solidFill>
                  <a:srgbClr val="526770"/>
                </a:solidFill>
                <a:latin typeface="Arial"/>
                <a:ea typeface="Arial"/>
                <a:cs typeface="Arial"/>
              </a:defRPr>
            </a:lvl8pPr>
            <a:lvl9pPr algn="l">
              <a:defRPr sz="1800" b="0">
                <a:solidFill>
                  <a:srgbClr val="526770"/>
                </a:solidFill>
                <a:latin typeface="Arial"/>
                <a:ea typeface="Arial"/>
                <a:cs typeface="Arial"/>
              </a:defRPr>
            </a:lvl9pPr>
          </a:lstStyle>
          <a:p>
            <a:pPr algn="l">
              <a:defRPr sz="1800" b="0">
                <a:solidFill>
                  <a:srgbClr val="526770"/>
                </a:solidFill>
                <a:latin typeface="Arial"/>
                <a:ea typeface="Arial"/>
                <a:cs typeface="Arial"/>
              </a:defRPr>
            </a:pPr>
            <a:r>
              <a:rPr sz="1800" b="0">
                <a:solidFill>
                  <a:srgbClr val="526770"/>
                </a:solidFill>
                <a:latin typeface="Arial"/>
                <a:ea typeface="Arial"/>
                <a:cs typeface="Arial"/>
              </a:rPr>
              <a:t>One accurate view of customer and contract data</a:t>
            </a:r>
          </a:p>
        </p:txBody>
      </p:sp>
      <p:sp>
        <p:nvSpPr>
          <p:cNvPr id="4" name="visual-230">
            <a:extLst>
              <a:ext uri="{FF2B5EF4-FFF2-40B4-BE49-F238E27FC236}">
                <a16:creationId xmlns:a16="http://schemas.microsoft.com/office/drawing/2014/main" id="{1983032A-CEB0-4018-A284-22AC16F58FDC}"/>
              </a:ext>
            </a:extLst>
          </p:cNvPr>
          <p:cNvSpPr>
            <a:spLocks noGrp="1"/>
          </p:cNvSpPr>
          <p:nvPr/>
        </p:nvSpPr>
        <p:spPr>
          <a:xfrm>
            <a:off x="571500" y="5772150"/>
            <a:ext cx="11001375" cy="19050"/>
          </a:xfrm>
          <a:prstGeom prst="rect">
            <a:avLst/>
          </a:prstGeom>
          <a:solidFill>
            <a:srgbClr val="C6D3D2"/>
          </a:solidFill>
          <a:ln w="0">
            <a:noFill/>
            <a:prstDash val="solid"/>
          </a:ln>
        </p:spPr>
      </p:sp>
      <p:sp>
        <p:nvSpPr>
          <p:cNvPr id="5" name="visual-231">
            <a:extLst>
              <a:ext uri="{FF2B5EF4-FFF2-40B4-BE49-F238E27FC236}">
                <a16:creationId xmlns:a16="http://schemas.microsoft.com/office/drawing/2014/main" id="{BE975B14-5C68-4642-B56F-DAFBD703645D}"/>
              </a:ext>
            </a:extLst>
          </p:cNvPr>
          <p:cNvSpPr>
            <a:spLocks noGrp="1"/>
          </p:cNvSpPr>
          <p:nvPr/>
        </p:nvSpPr>
        <p:spPr>
          <a:xfrm>
            <a:off x="571500" y="5895975"/>
            <a:ext cx="11001375" cy="485775"/>
          </a:xfrm>
          <a:prstGeom prst="rect">
            <a:avLst/>
          </a:prstGeom>
          <a:noFill/>
          <a:ln w="0">
            <a:noFill/>
            <a:prstDash val="solid"/>
          </a:ln>
        </p:spPr>
        <p:txBody>
          <a:bodyPr lIns="0" tIns="0" rIns="0" bIns="0" anchor="ctr"/>
          <a:lstStyle>
            <a:defPPr algn="l">
              <a:defRPr sz="1950" b="1">
                <a:solidFill>
                  <a:srgbClr val="147D80"/>
                </a:solidFill>
                <a:latin typeface="Arial"/>
                <a:ea typeface="Arial"/>
                <a:cs typeface="Arial"/>
              </a:defRPr>
            </a:defPPr>
            <a:lvl1pPr algn="l">
              <a:defRPr sz="1950" b="1">
                <a:solidFill>
                  <a:srgbClr val="147D80"/>
                </a:solidFill>
                <a:latin typeface="Arial"/>
                <a:ea typeface="Arial"/>
                <a:cs typeface="Arial"/>
              </a:defRPr>
            </a:lvl1pPr>
            <a:lvl2pPr algn="l">
              <a:defRPr sz="1950" b="1">
                <a:solidFill>
                  <a:srgbClr val="147D80"/>
                </a:solidFill>
                <a:latin typeface="Arial"/>
                <a:ea typeface="Arial"/>
                <a:cs typeface="Arial"/>
              </a:defRPr>
            </a:lvl2pPr>
            <a:lvl3pPr algn="l">
              <a:defRPr sz="1950" b="1">
                <a:solidFill>
                  <a:srgbClr val="147D80"/>
                </a:solidFill>
                <a:latin typeface="Arial"/>
                <a:ea typeface="Arial"/>
                <a:cs typeface="Arial"/>
              </a:defRPr>
            </a:lvl3pPr>
            <a:lvl4pPr algn="l">
              <a:defRPr sz="1950" b="1">
                <a:solidFill>
                  <a:srgbClr val="147D80"/>
                </a:solidFill>
                <a:latin typeface="Arial"/>
                <a:ea typeface="Arial"/>
                <a:cs typeface="Arial"/>
              </a:defRPr>
            </a:lvl4pPr>
            <a:lvl5pPr algn="l">
              <a:defRPr sz="1950" b="1">
                <a:solidFill>
                  <a:srgbClr val="147D80"/>
                </a:solidFill>
                <a:latin typeface="Arial"/>
                <a:ea typeface="Arial"/>
                <a:cs typeface="Arial"/>
              </a:defRPr>
            </a:lvl5pPr>
            <a:lvl6pPr algn="l">
              <a:defRPr sz="1950" b="1">
                <a:solidFill>
                  <a:srgbClr val="147D80"/>
                </a:solidFill>
                <a:latin typeface="Arial"/>
                <a:ea typeface="Arial"/>
                <a:cs typeface="Arial"/>
              </a:defRPr>
            </a:lvl6pPr>
            <a:lvl7pPr algn="l">
              <a:defRPr sz="1950" b="1">
                <a:solidFill>
                  <a:srgbClr val="147D80"/>
                </a:solidFill>
                <a:latin typeface="Arial"/>
                <a:ea typeface="Arial"/>
                <a:cs typeface="Arial"/>
              </a:defRPr>
            </a:lvl7pPr>
            <a:lvl8pPr algn="l">
              <a:defRPr sz="1950" b="1">
                <a:solidFill>
                  <a:srgbClr val="147D80"/>
                </a:solidFill>
                <a:latin typeface="Arial"/>
                <a:ea typeface="Arial"/>
                <a:cs typeface="Arial"/>
              </a:defRPr>
            </a:lvl8pPr>
            <a:lvl9pPr algn="l">
              <a:defRPr sz="1950" b="1">
                <a:solidFill>
                  <a:srgbClr val="147D80"/>
                </a:solidFill>
                <a:latin typeface="Arial"/>
                <a:ea typeface="Arial"/>
                <a:cs typeface="Arial"/>
              </a:defRPr>
            </a:lvl9pPr>
          </a:lstStyle>
          <a:p>
            <a:pPr algn="l">
              <a:defRPr sz="1950" b="1">
                <a:solidFill>
                  <a:srgbClr val="147D80"/>
                </a:solidFill>
                <a:latin typeface="Arial"/>
                <a:ea typeface="Arial"/>
                <a:cs typeface="Arial"/>
              </a:defRPr>
            </a:pPr>
            <a:r>
              <a:rPr sz="1950" b="1">
                <a:solidFill>
                  <a:srgbClr val="147D80"/>
                </a:solidFill>
                <a:latin typeface="Arial"/>
                <a:ea typeface="Arial"/>
                <a:cs typeface="Arial"/>
              </a:rPr>
              <a:t>An accepted shared pack with clear exception records.</a:t>
            </a:r>
          </a:p>
        </p:txBody>
      </p:sp>
      <p:sp>
        <p:nvSpPr>
          <p:cNvPr id="6" name="visual-232">
            <a:extLst>
              <a:ext uri="{FF2B5EF4-FFF2-40B4-BE49-F238E27FC236}">
                <a16:creationId xmlns:a16="http://schemas.microsoft.com/office/drawing/2014/main" id="{B3FB1D1E-BE18-4894-9382-B67396A78831}"/>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526770"/>
                </a:solidFill>
                <a:latin typeface="Arial"/>
                <a:ea typeface="Arial"/>
                <a:cs typeface="Arial"/>
              </a:defRPr>
            </a:defPPr>
            <a:lvl1pPr algn="r">
              <a:defRPr sz="1200" b="0">
                <a:solidFill>
                  <a:srgbClr val="526770"/>
                </a:solidFill>
                <a:latin typeface="Arial"/>
                <a:ea typeface="Arial"/>
                <a:cs typeface="Arial"/>
              </a:defRPr>
            </a:lvl1pPr>
            <a:lvl2pPr algn="r">
              <a:defRPr sz="1200" b="0">
                <a:solidFill>
                  <a:srgbClr val="526770"/>
                </a:solidFill>
                <a:latin typeface="Arial"/>
                <a:ea typeface="Arial"/>
                <a:cs typeface="Arial"/>
              </a:defRPr>
            </a:lvl2pPr>
            <a:lvl3pPr algn="r">
              <a:defRPr sz="1200" b="0">
                <a:solidFill>
                  <a:srgbClr val="526770"/>
                </a:solidFill>
                <a:latin typeface="Arial"/>
                <a:ea typeface="Arial"/>
                <a:cs typeface="Arial"/>
              </a:defRPr>
            </a:lvl3pPr>
            <a:lvl4pPr algn="r">
              <a:defRPr sz="1200" b="0">
                <a:solidFill>
                  <a:srgbClr val="526770"/>
                </a:solidFill>
                <a:latin typeface="Arial"/>
                <a:ea typeface="Arial"/>
                <a:cs typeface="Arial"/>
              </a:defRPr>
            </a:lvl4pPr>
            <a:lvl5pPr algn="r">
              <a:defRPr sz="1200" b="0">
                <a:solidFill>
                  <a:srgbClr val="526770"/>
                </a:solidFill>
                <a:latin typeface="Arial"/>
                <a:ea typeface="Arial"/>
                <a:cs typeface="Arial"/>
              </a:defRPr>
            </a:lvl5pPr>
            <a:lvl6pPr algn="r">
              <a:defRPr sz="1200" b="0">
                <a:solidFill>
                  <a:srgbClr val="526770"/>
                </a:solidFill>
                <a:latin typeface="Arial"/>
                <a:ea typeface="Arial"/>
                <a:cs typeface="Arial"/>
              </a:defRPr>
            </a:lvl6pPr>
            <a:lvl7pPr algn="r">
              <a:defRPr sz="1200" b="0">
                <a:solidFill>
                  <a:srgbClr val="526770"/>
                </a:solidFill>
                <a:latin typeface="Arial"/>
                <a:ea typeface="Arial"/>
                <a:cs typeface="Arial"/>
              </a:defRPr>
            </a:lvl7pPr>
            <a:lvl8pPr algn="r">
              <a:defRPr sz="1200" b="0">
                <a:solidFill>
                  <a:srgbClr val="526770"/>
                </a:solidFill>
                <a:latin typeface="Arial"/>
                <a:ea typeface="Arial"/>
                <a:cs typeface="Arial"/>
              </a:defRPr>
            </a:lvl8pPr>
            <a:lvl9pPr algn="r">
              <a:defRPr sz="1200" b="0">
                <a:solidFill>
                  <a:srgbClr val="526770"/>
                </a:solidFill>
                <a:latin typeface="Arial"/>
                <a:ea typeface="Arial"/>
                <a:cs typeface="Arial"/>
              </a:defRPr>
            </a:lvl9pPr>
          </a:lstStyle>
          <a:p>
            <a:pPr algn="r">
              <a:defRPr sz="1200" b="0">
                <a:solidFill>
                  <a:srgbClr val="526770"/>
                </a:solidFill>
                <a:latin typeface="Arial"/>
                <a:ea typeface="Arial"/>
                <a:cs typeface="Arial"/>
              </a:defRPr>
            </a:pPr>
            <a:r>
              <a:rPr sz="1200" b="0" dirty="0">
                <a:solidFill>
                  <a:srgbClr val="526770"/>
                </a:solidFill>
                <a:latin typeface="Arial"/>
                <a:ea typeface="Arial"/>
                <a:cs typeface="Arial"/>
              </a:rPr>
              <a:t>   15 / 17</a:t>
            </a:r>
          </a:p>
        </p:txBody>
      </p:sp>
      <p:sp>
        <p:nvSpPr>
          <p:cNvPr id="7" name="visual-233">
            <a:extLst>
              <a:ext uri="{FF2B5EF4-FFF2-40B4-BE49-F238E27FC236}">
                <a16:creationId xmlns:a16="http://schemas.microsoft.com/office/drawing/2014/main" id="{19FBB551-C994-4192-9663-5D49B4491AA4}"/>
              </a:ext>
            </a:extLst>
          </p:cNvPr>
          <p:cNvSpPr>
            <a:spLocks noGrp="1"/>
          </p:cNvSpPr>
          <p:nvPr/>
        </p:nvSpPr>
        <p:spPr>
          <a:xfrm>
            <a:off x="571500" y="1971675"/>
            <a:ext cx="2762250" cy="1190625"/>
          </a:xfrm>
          <a:prstGeom prst="rect">
            <a:avLst/>
          </a:prstGeom>
          <a:noFill/>
          <a:ln w="0">
            <a:noFill/>
            <a:prstDash val="solid"/>
          </a:ln>
        </p:spPr>
        <p:txBody>
          <a:bodyPr lIns="0" tIns="0" rIns="0" bIns="0" anchor="ctr"/>
          <a:lstStyle>
            <a:defPPr algn="l">
              <a:defRPr sz="7725" b="1">
                <a:solidFill>
                  <a:srgbClr val="147D80"/>
                </a:solidFill>
                <a:latin typeface="Arial"/>
                <a:ea typeface="Arial"/>
                <a:cs typeface="Arial"/>
              </a:defRPr>
            </a:defPPr>
            <a:lvl1pPr algn="l">
              <a:defRPr sz="7725" b="1">
                <a:solidFill>
                  <a:srgbClr val="147D80"/>
                </a:solidFill>
                <a:latin typeface="Arial"/>
                <a:ea typeface="Arial"/>
                <a:cs typeface="Arial"/>
              </a:defRPr>
            </a:lvl1pPr>
            <a:lvl2pPr algn="l">
              <a:defRPr sz="7725" b="1">
                <a:solidFill>
                  <a:srgbClr val="147D80"/>
                </a:solidFill>
                <a:latin typeface="Arial"/>
                <a:ea typeface="Arial"/>
                <a:cs typeface="Arial"/>
              </a:defRPr>
            </a:lvl2pPr>
            <a:lvl3pPr algn="l">
              <a:defRPr sz="7725" b="1">
                <a:solidFill>
                  <a:srgbClr val="147D80"/>
                </a:solidFill>
                <a:latin typeface="Arial"/>
                <a:ea typeface="Arial"/>
                <a:cs typeface="Arial"/>
              </a:defRPr>
            </a:lvl3pPr>
            <a:lvl4pPr algn="l">
              <a:defRPr sz="7725" b="1">
                <a:solidFill>
                  <a:srgbClr val="147D80"/>
                </a:solidFill>
                <a:latin typeface="Arial"/>
                <a:ea typeface="Arial"/>
                <a:cs typeface="Arial"/>
              </a:defRPr>
            </a:lvl4pPr>
            <a:lvl5pPr algn="l">
              <a:defRPr sz="7725" b="1">
                <a:solidFill>
                  <a:srgbClr val="147D80"/>
                </a:solidFill>
                <a:latin typeface="Arial"/>
                <a:ea typeface="Arial"/>
                <a:cs typeface="Arial"/>
              </a:defRPr>
            </a:lvl5pPr>
            <a:lvl6pPr algn="l">
              <a:defRPr sz="7725" b="1">
                <a:solidFill>
                  <a:srgbClr val="147D80"/>
                </a:solidFill>
                <a:latin typeface="Arial"/>
                <a:ea typeface="Arial"/>
                <a:cs typeface="Arial"/>
              </a:defRPr>
            </a:lvl6pPr>
            <a:lvl7pPr algn="l">
              <a:defRPr sz="7725" b="1">
                <a:solidFill>
                  <a:srgbClr val="147D80"/>
                </a:solidFill>
                <a:latin typeface="Arial"/>
                <a:ea typeface="Arial"/>
                <a:cs typeface="Arial"/>
              </a:defRPr>
            </a:lvl7pPr>
            <a:lvl8pPr algn="l">
              <a:defRPr sz="7725" b="1">
                <a:solidFill>
                  <a:srgbClr val="147D80"/>
                </a:solidFill>
                <a:latin typeface="Arial"/>
                <a:ea typeface="Arial"/>
                <a:cs typeface="Arial"/>
              </a:defRPr>
            </a:lvl8pPr>
            <a:lvl9pPr algn="l">
              <a:defRPr sz="7725" b="1">
                <a:solidFill>
                  <a:srgbClr val="147D80"/>
                </a:solidFill>
                <a:latin typeface="Arial"/>
                <a:ea typeface="Arial"/>
                <a:cs typeface="Arial"/>
              </a:defRPr>
            </a:lvl9pPr>
          </a:lstStyle>
          <a:p>
            <a:pPr algn="l">
              <a:defRPr sz="7725" b="1">
                <a:solidFill>
                  <a:srgbClr val="147D80"/>
                </a:solidFill>
                <a:latin typeface="Arial"/>
                <a:ea typeface="Arial"/>
                <a:cs typeface="Arial"/>
              </a:defRPr>
            </a:pPr>
            <a:r>
              <a:rPr sz="7725" b="1">
                <a:solidFill>
                  <a:srgbClr val="147D80"/>
                </a:solidFill>
                <a:latin typeface="Arial"/>
                <a:ea typeface="Arial"/>
                <a:cs typeface="Arial"/>
              </a:rPr>
              <a:t>17</a:t>
            </a:r>
          </a:p>
        </p:txBody>
      </p:sp>
      <p:sp>
        <p:nvSpPr>
          <p:cNvPr id="8" name="visual-234">
            <a:extLst>
              <a:ext uri="{FF2B5EF4-FFF2-40B4-BE49-F238E27FC236}">
                <a16:creationId xmlns:a16="http://schemas.microsoft.com/office/drawing/2014/main" id="{7419A43C-9335-4C66-954F-43ADE455A8E6}"/>
              </a:ext>
            </a:extLst>
          </p:cNvPr>
          <p:cNvSpPr>
            <a:spLocks noGrp="1"/>
          </p:cNvSpPr>
          <p:nvPr/>
        </p:nvSpPr>
        <p:spPr>
          <a:xfrm>
            <a:off x="619125" y="3190875"/>
            <a:ext cx="2762250" cy="428625"/>
          </a:xfrm>
          <a:prstGeom prst="rect">
            <a:avLst/>
          </a:prstGeom>
          <a:noFill/>
          <a:ln w="0">
            <a:noFill/>
            <a:prstDash val="solid"/>
          </a:ln>
        </p:spPr>
        <p:txBody>
          <a:bodyPr lIns="0" tIns="0" rIns="0" bIns="0" anchor="ctr"/>
          <a:lstStyle>
            <a:defPPr algn="l">
              <a:defRPr sz="2175" b="1">
                <a:solidFill>
                  <a:srgbClr val="132F3B"/>
                </a:solidFill>
                <a:latin typeface="Arial"/>
                <a:ea typeface="Arial"/>
                <a:cs typeface="Arial"/>
              </a:defRPr>
            </a:defPPr>
            <a:lvl1pPr algn="l">
              <a:defRPr sz="2175" b="1">
                <a:solidFill>
                  <a:srgbClr val="132F3B"/>
                </a:solidFill>
                <a:latin typeface="Arial"/>
                <a:ea typeface="Arial"/>
                <a:cs typeface="Arial"/>
              </a:defRPr>
            </a:lvl1pPr>
            <a:lvl2pPr algn="l">
              <a:defRPr sz="2175" b="1">
                <a:solidFill>
                  <a:srgbClr val="132F3B"/>
                </a:solidFill>
                <a:latin typeface="Arial"/>
                <a:ea typeface="Arial"/>
                <a:cs typeface="Arial"/>
              </a:defRPr>
            </a:lvl2pPr>
            <a:lvl3pPr algn="l">
              <a:defRPr sz="2175" b="1">
                <a:solidFill>
                  <a:srgbClr val="132F3B"/>
                </a:solidFill>
                <a:latin typeface="Arial"/>
                <a:ea typeface="Arial"/>
                <a:cs typeface="Arial"/>
              </a:defRPr>
            </a:lvl3pPr>
            <a:lvl4pPr algn="l">
              <a:defRPr sz="2175" b="1">
                <a:solidFill>
                  <a:srgbClr val="132F3B"/>
                </a:solidFill>
                <a:latin typeface="Arial"/>
                <a:ea typeface="Arial"/>
                <a:cs typeface="Arial"/>
              </a:defRPr>
            </a:lvl4pPr>
            <a:lvl5pPr algn="l">
              <a:defRPr sz="2175" b="1">
                <a:solidFill>
                  <a:srgbClr val="132F3B"/>
                </a:solidFill>
                <a:latin typeface="Arial"/>
                <a:ea typeface="Arial"/>
                <a:cs typeface="Arial"/>
              </a:defRPr>
            </a:lvl5pPr>
            <a:lvl6pPr algn="l">
              <a:defRPr sz="2175" b="1">
                <a:solidFill>
                  <a:srgbClr val="132F3B"/>
                </a:solidFill>
                <a:latin typeface="Arial"/>
                <a:ea typeface="Arial"/>
                <a:cs typeface="Arial"/>
              </a:defRPr>
            </a:lvl6pPr>
            <a:lvl7pPr algn="l">
              <a:defRPr sz="2175" b="1">
                <a:solidFill>
                  <a:srgbClr val="132F3B"/>
                </a:solidFill>
                <a:latin typeface="Arial"/>
                <a:ea typeface="Arial"/>
                <a:cs typeface="Arial"/>
              </a:defRPr>
            </a:lvl7pPr>
            <a:lvl8pPr algn="l">
              <a:defRPr sz="2175" b="1">
                <a:solidFill>
                  <a:srgbClr val="132F3B"/>
                </a:solidFill>
                <a:latin typeface="Arial"/>
                <a:ea typeface="Arial"/>
                <a:cs typeface="Arial"/>
              </a:defRPr>
            </a:lvl8pPr>
            <a:lvl9pPr algn="l">
              <a:defRPr sz="2175" b="1">
                <a:solidFill>
                  <a:srgbClr val="132F3B"/>
                </a:solidFill>
                <a:latin typeface="Arial"/>
                <a:ea typeface="Arial"/>
                <a:cs typeface="Arial"/>
              </a:defRPr>
            </a:lvl9pPr>
          </a:lstStyle>
          <a:p>
            <a:pPr algn="l">
              <a:defRPr sz="2175" b="1">
                <a:solidFill>
                  <a:srgbClr val="132F3B"/>
                </a:solidFill>
                <a:latin typeface="Arial"/>
                <a:ea typeface="Arial"/>
                <a:cs typeface="Arial"/>
              </a:defRPr>
            </a:pPr>
            <a:r>
              <a:rPr sz="2175" b="1">
                <a:solidFill>
                  <a:srgbClr val="132F3B"/>
                </a:solidFill>
                <a:latin typeface="Arial"/>
                <a:ea typeface="Arial"/>
                <a:cs typeface="Arial"/>
              </a:rPr>
              <a:t>planned hires</a:t>
            </a:r>
          </a:p>
        </p:txBody>
      </p:sp>
      <p:sp>
        <p:nvSpPr>
          <p:cNvPr id="9" name="visual-235">
            <a:extLst>
              <a:ext uri="{FF2B5EF4-FFF2-40B4-BE49-F238E27FC236}">
                <a16:creationId xmlns:a16="http://schemas.microsoft.com/office/drawing/2014/main" id="{FECD0837-2175-4CB2-AD2E-B1A2101832BF}"/>
              </a:ext>
            </a:extLst>
          </p:cNvPr>
          <p:cNvSpPr>
            <a:spLocks noGrp="1"/>
          </p:cNvSpPr>
          <p:nvPr/>
        </p:nvSpPr>
        <p:spPr>
          <a:xfrm>
            <a:off x="619125" y="3810000"/>
            <a:ext cx="2714625" cy="1200150"/>
          </a:xfrm>
          <a:prstGeom prst="rect">
            <a:avLst/>
          </a:prstGeom>
          <a:noFill/>
          <a:ln w="0">
            <a:noFill/>
            <a:prstDash val="solid"/>
          </a:ln>
        </p:spPr>
        <p:txBody>
          <a:bodyPr lIns="0" tIns="0" rIns="0" bIns="0" anchor="ctr"/>
          <a:lstStyle>
            <a:defPPr algn="l">
              <a:defRPr sz="2100" b="0">
                <a:solidFill>
                  <a:srgbClr val="526770"/>
                </a:solidFill>
                <a:latin typeface="Arial"/>
                <a:ea typeface="Arial"/>
                <a:cs typeface="Arial"/>
              </a:defRPr>
            </a:defPPr>
            <a:lvl1pPr algn="l">
              <a:defRPr sz="2100" b="0">
                <a:solidFill>
                  <a:srgbClr val="526770"/>
                </a:solidFill>
                <a:latin typeface="Arial"/>
                <a:ea typeface="Arial"/>
                <a:cs typeface="Arial"/>
              </a:defRPr>
            </a:lvl1pPr>
            <a:lvl2pPr algn="l">
              <a:defRPr sz="2100" b="0">
                <a:solidFill>
                  <a:srgbClr val="526770"/>
                </a:solidFill>
                <a:latin typeface="Arial"/>
                <a:ea typeface="Arial"/>
                <a:cs typeface="Arial"/>
              </a:defRPr>
            </a:lvl2pPr>
            <a:lvl3pPr algn="l">
              <a:defRPr sz="2100" b="0">
                <a:solidFill>
                  <a:srgbClr val="526770"/>
                </a:solidFill>
                <a:latin typeface="Arial"/>
                <a:ea typeface="Arial"/>
                <a:cs typeface="Arial"/>
              </a:defRPr>
            </a:lvl3pPr>
            <a:lvl4pPr algn="l">
              <a:defRPr sz="2100" b="0">
                <a:solidFill>
                  <a:srgbClr val="526770"/>
                </a:solidFill>
                <a:latin typeface="Arial"/>
                <a:ea typeface="Arial"/>
                <a:cs typeface="Arial"/>
              </a:defRPr>
            </a:lvl4pPr>
            <a:lvl5pPr algn="l">
              <a:defRPr sz="2100" b="0">
                <a:solidFill>
                  <a:srgbClr val="526770"/>
                </a:solidFill>
                <a:latin typeface="Arial"/>
                <a:ea typeface="Arial"/>
                <a:cs typeface="Arial"/>
              </a:defRPr>
            </a:lvl5pPr>
            <a:lvl6pPr algn="l">
              <a:defRPr sz="2100" b="0">
                <a:solidFill>
                  <a:srgbClr val="526770"/>
                </a:solidFill>
                <a:latin typeface="Arial"/>
                <a:ea typeface="Arial"/>
                <a:cs typeface="Arial"/>
              </a:defRPr>
            </a:lvl6pPr>
            <a:lvl7pPr algn="l">
              <a:defRPr sz="2100" b="0">
                <a:solidFill>
                  <a:srgbClr val="526770"/>
                </a:solidFill>
                <a:latin typeface="Arial"/>
                <a:ea typeface="Arial"/>
                <a:cs typeface="Arial"/>
              </a:defRPr>
            </a:lvl7pPr>
            <a:lvl8pPr algn="l">
              <a:defRPr sz="2100" b="0">
                <a:solidFill>
                  <a:srgbClr val="526770"/>
                </a:solidFill>
                <a:latin typeface="Arial"/>
                <a:ea typeface="Arial"/>
                <a:cs typeface="Arial"/>
              </a:defRPr>
            </a:lvl8pPr>
            <a:lvl9pPr algn="l">
              <a:defRPr sz="2100" b="0">
                <a:solidFill>
                  <a:srgbClr val="526770"/>
                </a:solidFill>
                <a:latin typeface="Arial"/>
                <a:ea typeface="Arial"/>
                <a:cs typeface="Arial"/>
              </a:defRPr>
            </a:lvl9pPr>
          </a:lstStyle>
          <a:p>
            <a:pPr algn="l">
              <a:defRPr sz="2100" b="0">
                <a:solidFill>
                  <a:srgbClr val="526770"/>
                </a:solidFill>
                <a:latin typeface="Arial"/>
                <a:ea typeface="Arial"/>
                <a:cs typeface="Arial"/>
              </a:defRPr>
            </a:pPr>
            <a:r>
              <a:rPr sz="2100" b="0">
                <a:solidFill>
                  <a:srgbClr val="526770"/>
                </a:solidFill>
                <a:latin typeface="Arial"/>
                <a:ea typeface="Arial"/>
                <a:cs typeface="Arial"/>
              </a:rPr>
              <a:t>Need 32</a:t>
            </a:r>
          </a:p>
          <a:p>
            <a:pPr algn="l">
              <a:defRPr sz="2100" b="0">
                <a:solidFill>
                  <a:srgbClr val="526770"/>
                </a:solidFill>
                <a:latin typeface="Arial"/>
                <a:ea typeface="Arial"/>
                <a:cs typeface="Arial"/>
              </a:defRPr>
            </a:pPr>
            <a:r>
              <a:rPr sz="2100" b="0">
                <a:solidFill>
                  <a:srgbClr val="526770"/>
                </a:solidFill>
                <a:latin typeface="Arial"/>
                <a:ea typeface="Arial"/>
                <a:cs typeface="Arial"/>
              </a:rPr>
              <a:t>Internal 16</a:t>
            </a:r>
          </a:p>
          <a:p>
            <a:pPr algn="l">
              <a:defRPr sz="2100" b="0">
                <a:solidFill>
                  <a:srgbClr val="526770"/>
                </a:solidFill>
                <a:latin typeface="Arial"/>
                <a:ea typeface="Arial"/>
                <a:cs typeface="Arial"/>
              </a:defRPr>
            </a:pPr>
            <a:r>
              <a:rPr sz="2100" b="0">
                <a:solidFill>
                  <a:srgbClr val="526770"/>
                </a:solidFill>
                <a:latin typeface="Arial"/>
                <a:ea typeface="Arial"/>
                <a:cs typeface="Arial"/>
              </a:rPr>
              <a:t>Vendor 0</a:t>
            </a:r>
          </a:p>
        </p:txBody>
      </p:sp>
      <p:sp>
        <p:nvSpPr>
          <p:cNvPr id="10" name="visual-236">
            <a:extLst>
              <a:ext uri="{FF2B5EF4-FFF2-40B4-BE49-F238E27FC236}">
                <a16:creationId xmlns:a16="http://schemas.microsoft.com/office/drawing/2014/main" id="{07C6705C-262A-4086-B266-79D6F4D3F490}"/>
              </a:ext>
            </a:extLst>
          </p:cNvPr>
          <p:cNvSpPr>
            <a:spLocks noGrp="1"/>
          </p:cNvSpPr>
          <p:nvPr/>
        </p:nvSpPr>
        <p:spPr>
          <a:xfrm>
            <a:off x="3714750" y="2009775"/>
            <a:ext cx="2381250" cy="504825"/>
          </a:xfrm>
          <a:prstGeom prst="rect">
            <a:avLst/>
          </a:prstGeom>
          <a:solidFill>
            <a:srgbClr val="DDEBE7"/>
          </a:solidFill>
          <a:ln w="0">
            <a:noFill/>
            <a:prstDash val="solid"/>
          </a:ln>
        </p:spPr>
      </p:sp>
      <p:sp>
        <p:nvSpPr>
          <p:cNvPr id="11" name="visual-237">
            <a:extLst>
              <a:ext uri="{FF2B5EF4-FFF2-40B4-BE49-F238E27FC236}">
                <a16:creationId xmlns:a16="http://schemas.microsoft.com/office/drawing/2014/main" id="{AF05319A-6B58-4DF7-8E66-9A9DC76E8D4A}"/>
              </a:ext>
            </a:extLst>
          </p:cNvPr>
          <p:cNvSpPr>
            <a:spLocks noGrp="1"/>
          </p:cNvSpPr>
          <p:nvPr/>
        </p:nvSpPr>
        <p:spPr>
          <a:xfrm>
            <a:off x="3829050" y="2057400"/>
            <a:ext cx="2152650" cy="409575"/>
          </a:xfrm>
          <a:prstGeom prst="rect">
            <a:avLst/>
          </a:prstGeom>
          <a:noFill/>
          <a:ln w="0">
            <a:noFill/>
            <a:prstDash val="solid"/>
          </a:ln>
        </p:spPr>
        <p:txBody>
          <a:bodyPr lIns="0" tIns="0" rIns="0" bIns="0" anchor="ctr"/>
          <a:lstStyle>
            <a:defPPr algn="ctr">
              <a:defRPr sz="1800" b="1">
                <a:solidFill>
                  <a:srgbClr val="132F3B"/>
                </a:solidFill>
                <a:latin typeface="Arial"/>
                <a:ea typeface="Arial"/>
                <a:cs typeface="Arial"/>
              </a:defRPr>
            </a:defPPr>
            <a:lvl1pPr algn="ctr">
              <a:defRPr sz="1800" b="1">
                <a:solidFill>
                  <a:srgbClr val="132F3B"/>
                </a:solidFill>
                <a:latin typeface="Arial"/>
                <a:ea typeface="Arial"/>
                <a:cs typeface="Arial"/>
              </a:defRPr>
            </a:lvl1pPr>
            <a:lvl2pPr algn="ctr">
              <a:defRPr sz="1800" b="1">
                <a:solidFill>
                  <a:srgbClr val="132F3B"/>
                </a:solidFill>
                <a:latin typeface="Arial"/>
                <a:ea typeface="Arial"/>
                <a:cs typeface="Arial"/>
              </a:defRPr>
            </a:lvl2pPr>
            <a:lvl3pPr algn="ctr">
              <a:defRPr sz="1800" b="1">
                <a:solidFill>
                  <a:srgbClr val="132F3B"/>
                </a:solidFill>
                <a:latin typeface="Arial"/>
                <a:ea typeface="Arial"/>
                <a:cs typeface="Arial"/>
              </a:defRPr>
            </a:lvl3pPr>
            <a:lvl4pPr algn="ctr">
              <a:defRPr sz="1800" b="1">
                <a:solidFill>
                  <a:srgbClr val="132F3B"/>
                </a:solidFill>
                <a:latin typeface="Arial"/>
                <a:ea typeface="Arial"/>
                <a:cs typeface="Arial"/>
              </a:defRPr>
            </a:lvl4pPr>
            <a:lvl5pPr algn="ctr">
              <a:defRPr sz="1800" b="1">
                <a:solidFill>
                  <a:srgbClr val="132F3B"/>
                </a:solidFill>
                <a:latin typeface="Arial"/>
                <a:ea typeface="Arial"/>
                <a:cs typeface="Arial"/>
              </a:defRPr>
            </a:lvl5pPr>
            <a:lvl6pPr algn="ctr">
              <a:defRPr sz="1800" b="1">
                <a:solidFill>
                  <a:srgbClr val="132F3B"/>
                </a:solidFill>
                <a:latin typeface="Arial"/>
                <a:ea typeface="Arial"/>
                <a:cs typeface="Arial"/>
              </a:defRPr>
            </a:lvl6pPr>
            <a:lvl7pPr algn="ctr">
              <a:defRPr sz="1800" b="1">
                <a:solidFill>
                  <a:srgbClr val="132F3B"/>
                </a:solidFill>
                <a:latin typeface="Arial"/>
                <a:ea typeface="Arial"/>
                <a:cs typeface="Arial"/>
              </a:defRPr>
            </a:lvl7pPr>
            <a:lvl8pPr algn="ctr">
              <a:defRPr sz="1800" b="1">
                <a:solidFill>
                  <a:srgbClr val="132F3B"/>
                </a:solidFill>
                <a:latin typeface="Arial"/>
                <a:ea typeface="Arial"/>
                <a:cs typeface="Arial"/>
              </a:defRPr>
            </a:lvl8pPr>
            <a:lvl9pPr algn="ctr">
              <a:defRPr sz="1800" b="1">
                <a:solidFill>
                  <a:srgbClr val="132F3B"/>
                </a:solidFill>
                <a:latin typeface="Arial"/>
                <a:ea typeface="Arial"/>
                <a:cs typeface="Arial"/>
              </a:defRPr>
            </a:lvl9pPr>
          </a:lstStyle>
          <a:p>
            <a:pPr algn="ctr">
              <a:defRPr sz="1800" b="1">
                <a:solidFill>
                  <a:srgbClr val="132F3B"/>
                </a:solidFill>
                <a:latin typeface="Arial"/>
                <a:ea typeface="Arial"/>
                <a:cs typeface="Arial"/>
              </a:defRPr>
            </a:pPr>
            <a:r>
              <a:rPr sz="1800" b="1">
                <a:solidFill>
                  <a:srgbClr val="132F3B"/>
                </a:solidFill>
                <a:latin typeface="Arial"/>
                <a:ea typeface="Arial"/>
                <a:cs typeface="Arial"/>
              </a:rPr>
              <a:t>Customer records</a:t>
            </a:r>
          </a:p>
        </p:txBody>
      </p:sp>
      <p:sp>
        <p:nvSpPr>
          <p:cNvPr id="12" name="visual-238">
            <a:extLst>
              <a:ext uri="{FF2B5EF4-FFF2-40B4-BE49-F238E27FC236}">
                <a16:creationId xmlns:a16="http://schemas.microsoft.com/office/drawing/2014/main" id="{20C3DB43-4D8B-48D9-80D3-2EADB5FE1520}"/>
              </a:ext>
            </a:extLst>
          </p:cNvPr>
          <p:cNvSpPr>
            <a:spLocks noGrp="1"/>
          </p:cNvSpPr>
          <p:nvPr/>
        </p:nvSpPr>
        <p:spPr>
          <a:xfrm>
            <a:off x="3714750" y="2771775"/>
            <a:ext cx="2381250" cy="504825"/>
          </a:xfrm>
          <a:prstGeom prst="rect">
            <a:avLst/>
          </a:prstGeom>
          <a:solidFill>
            <a:srgbClr val="DDEBE7"/>
          </a:solidFill>
          <a:ln w="0">
            <a:noFill/>
            <a:prstDash val="solid"/>
          </a:ln>
        </p:spPr>
      </p:sp>
      <p:sp>
        <p:nvSpPr>
          <p:cNvPr id="13" name="visual-239">
            <a:extLst>
              <a:ext uri="{FF2B5EF4-FFF2-40B4-BE49-F238E27FC236}">
                <a16:creationId xmlns:a16="http://schemas.microsoft.com/office/drawing/2014/main" id="{C3E76D85-018B-46C7-94D5-B434229E9A84}"/>
              </a:ext>
            </a:extLst>
          </p:cNvPr>
          <p:cNvSpPr>
            <a:spLocks noGrp="1"/>
          </p:cNvSpPr>
          <p:nvPr/>
        </p:nvSpPr>
        <p:spPr>
          <a:xfrm>
            <a:off x="3829050" y="2819400"/>
            <a:ext cx="2152650" cy="409575"/>
          </a:xfrm>
          <a:prstGeom prst="rect">
            <a:avLst/>
          </a:prstGeom>
          <a:noFill/>
          <a:ln w="0">
            <a:noFill/>
            <a:prstDash val="solid"/>
          </a:ln>
        </p:spPr>
        <p:txBody>
          <a:bodyPr lIns="0" tIns="0" rIns="0" bIns="0" anchor="ctr"/>
          <a:lstStyle>
            <a:defPPr algn="ctr">
              <a:defRPr sz="1800" b="1">
                <a:solidFill>
                  <a:srgbClr val="132F3B"/>
                </a:solidFill>
                <a:latin typeface="Arial"/>
                <a:ea typeface="Arial"/>
                <a:cs typeface="Arial"/>
              </a:defRPr>
            </a:defPPr>
            <a:lvl1pPr algn="ctr">
              <a:defRPr sz="1800" b="1">
                <a:solidFill>
                  <a:srgbClr val="132F3B"/>
                </a:solidFill>
                <a:latin typeface="Arial"/>
                <a:ea typeface="Arial"/>
                <a:cs typeface="Arial"/>
              </a:defRPr>
            </a:lvl1pPr>
            <a:lvl2pPr algn="ctr">
              <a:defRPr sz="1800" b="1">
                <a:solidFill>
                  <a:srgbClr val="132F3B"/>
                </a:solidFill>
                <a:latin typeface="Arial"/>
                <a:ea typeface="Arial"/>
                <a:cs typeface="Arial"/>
              </a:defRPr>
            </a:lvl2pPr>
            <a:lvl3pPr algn="ctr">
              <a:defRPr sz="1800" b="1">
                <a:solidFill>
                  <a:srgbClr val="132F3B"/>
                </a:solidFill>
                <a:latin typeface="Arial"/>
                <a:ea typeface="Arial"/>
                <a:cs typeface="Arial"/>
              </a:defRPr>
            </a:lvl3pPr>
            <a:lvl4pPr algn="ctr">
              <a:defRPr sz="1800" b="1">
                <a:solidFill>
                  <a:srgbClr val="132F3B"/>
                </a:solidFill>
                <a:latin typeface="Arial"/>
                <a:ea typeface="Arial"/>
                <a:cs typeface="Arial"/>
              </a:defRPr>
            </a:lvl4pPr>
            <a:lvl5pPr algn="ctr">
              <a:defRPr sz="1800" b="1">
                <a:solidFill>
                  <a:srgbClr val="132F3B"/>
                </a:solidFill>
                <a:latin typeface="Arial"/>
                <a:ea typeface="Arial"/>
                <a:cs typeface="Arial"/>
              </a:defRPr>
            </a:lvl5pPr>
            <a:lvl6pPr algn="ctr">
              <a:defRPr sz="1800" b="1">
                <a:solidFill>
                  <a:srgbClr val="132F3B"/>
                </a:solidFill>
                <a:latin typeface="Arial"/>
                <a:ea typeface="Arial"/>
                <a:cs typeface="Arial"/>
              </a:defRPr>
            </a:lvl6pPr>
            <a:lvl7pPr algn="ctr">
              <a:defRPr sz="1800" b="1">
                <a:solidFill>
                  <a:srgbClr val="132F3B"/>
                </a:solidFill>
                <a:latin typeface="Arial"/>
                <a:ea typeface="Arial"/>
                <a:cs typeface="Arial"/>
              </a:defRPr>
            </a:lvl7pPr>
            <a:lvl8pPr algn="ctr">
              <a:defRPr sz="1800" b="1">
                <a:solidFill>
                  <a:srgbClr val="132F3B"/>
                </a:solidFill>
                <a:latin typeface="Arial"/>
                <a:ea typeface="Arial"/>
                <a:cs typeface="Arial"/>
              </a:defRPr>
            </a:lvl8pPr>
            <a:lvl9pPr algn="ctr">
              <a:defRPr sz="1800" b="1">
                <a:solidFill>
                  <a:srgbClr val="132F3B"/>
                </a:solidFill>
                <a:latin typeface="Arial"/>
                <a:ea typeface="Arial"/>
                <a:cs typeface="Arial"/>
              </a:defRPr>
            </a:lvl9pPr>
          </a:lstStyle>
          <a:p>
            <a:pPr algn="ctr">
              <a:defRPr sz="1800" b="1">
                <a:solidFill>
                  <a:srgbClr val="132F3B"/>
                </a:solidFill>
                <a:latin typeface="Arial"/>
                <a:ea typeface="Arial"/>
                <a:cs typeface="Arial"/>
              </a:defRPr>
            </a:pPr>
            <a:r>
              <a:rPr sz="1800" b="1">
                <a:solidFill>
                  <a:srgbClr val="132F3B"/>
                </a:solidFill>
                <a:latin typeface="Arial"/>
                <a:ea typeface="Arial"/>
                <a:cs typeface="Arial"/>
              </a:rPr>
              <a:t>Contract records</a:t>
            </a:r>
          </a:p>
        </p:txBody>
      </p:sp>
      <p:sp>
        <p:nvSpPr>
          <p:cNvPr id="14" name="visual-240">
            <a:extLst>
              <a:ext uri="{FF2B5EF4-FFF2-40B4-BE49-F238E27FC236}">
                <a16:creationId xmlns:a16="http://schemas.microsoft.com/office/drawing/2014/main" id="{E26A5C04-4C47-40F7-936A-1899ED426C1E}"/>
              </a:ext>
            </a:extLst>
          </p:cNvPr>
          <p:cNvSpPr>
            <a:spLocks noGrp="1"/>
          </p:cNvSpPr>
          <p:nvPr/>
        </p:nvSpPr>
        <p:spPr>
          <a:xfrm>
            <a:off x="6238875" y="2257425"/>
            <a:ext cx="28575" cy="762000"/>
          </a:xfrm>
          <a:prstGeom prst="rect">
            <a:avLst/>
          </a:prstGeom>
          <a:solidFill>
            <a:srgbClr val="147D80"/>
          </a:solidFill>
          <a:ln w="0">
            <a:noFill/>
            <a:prstDash val="solid"/>
          </a:ln>
        </p:spPr>
      </p:sp>
      <p:sp>
        <p:nvSpPr>
          <p:cNvPr id="15" name="visual-241">
            <a:extLst>
              <a:ext uri="{FF2B5EF4-FFF2-40B4-BE49-F238E27FC236}">
                <a16:creationId xmlns:a16="http://schemas.microsoft.com/office/drawing/2014/main" id="{8D0966E9-2368-4F7E-BD77-77BAC0DA0F38}"/>
              </a:ext>
            </a:extLst>
          </p:cNvPr>
          <p:cNvSpPr>
            <a:spLocks noGrp="1"/>
          </p:cNvSpPr>
          <p:nvPr/>
        </p:nvSpPr>
        <p:spPr>
          <a:xfrm>
            <a:off x="6096000" y="2257425"/>
            <a:ext cx="171450" cy="19050"/>
          </a:xfrm>
          <a:prstGeom prst="rect">
            <a:avLst/>
          </a:prstGeom>
          <a:solidFill>
            <a:srgbClr val="147D80"/>
          </a:solidFill>
          <a:ln w="0">
            <a:noFill/>
            <a:prstDash val="solid"/>
          </a:ln>
        </p:spPr>
      </p:sp>
      <p:sp>
        <p:nvSpPr>
          <p:cNvPr id="16" name="visual-242">
            <a:extLst>
              <a:ext uri="{FF2B5EF4-FFF2-40B4-BE49-F238E27FC236}">
                <a16:creationId xmlns:a16="http://schemas.microsoft.com/office/drawing/2014/main" id="{DFDC6C74-11B0-4AE3-B9B1-93D317D9965D}"/>
              </a:ext>
            </a:extLst>
          </p:cNvPr>
          <p:cNvSpPr>
            <a:spLocks noGrp="1"/>
          </p:cNvSpPr>
          <p:nvPr/>
        </p:nvSpPr>
        <p:spPr>
          <a:xfrm>
            <a:off x="6096000" y="3019425"/>
            <a:ext cx="171450" cy="19050"/>
          </a:xfrm>
          <a:prstGeom prst="rect">
            <a:avLst/>
          </a:prstGeom>
          <a:solidFill>
            <a:srgbClr val="147D80"/>
          </a:solidFill>
          <a:ln w="0">
            <a:noFill/>
            <a:prstDash val="solid"/>
          </a:ln>
        </p:spPr>
      </p:sp>
      <p:sp>
        <p:nvSpPr>
          <p:cNvPr id="17" name="visual-243">
            <a:extLst>
              <a:ext uri="{FF2B5EF4-FFF2-40B4-BE49-F238E27FC236}">
                <a16:creationId xmlns:a16="http://schemas.microsoft.com/office/drawing/2014/main" id="{44F1D1F2-D87C-4980-9245-0C1BDD8CA11A}"/>
              </a:ext>
            </a:extLst>
          </p:cNvPr>
          <p:cNvSpPr>
            <a:spLocks noGrp="1"/>
          </p:cNvSpPr>
          <p:nvPr/>
        </p:nvSpPr>
        <p:spPr>
          <a:xfrm>
            <a:off x="6257925" y="2638425"/>
            <a:ext cx="704850" cy="19050"/>
          </a:xfrm>
          <a:prstGeom prst="rect">
            <a:avLst/>
          </a:prstGeom>
          <a:solidFill>
            <a:srgbClr val="147D80"/>
          </a:solidFill>
          <a:ln w="0">
            <a:noFill/>
            <a:prstDash val="solid"/>
          </a:ln>
        </p:spPr>
      </p:sp>
      <p:sp>
        <p:nvSpPr>
          <p:cNvPr id="18" name="visual-244">
            <a:extLst>
              <a:ext uri="{FF2B5EF4-FFF2-40B4-BE49-F238E27FC236}">
                <a16:creationId xmlns:a16="http://schemas.microsoft.com/office/drawing/2014/main" id="{89DFAD88-1A49-4CCD-9BC6-FFCC0843085F}"/>
              </a:ext>
            </a:extLst>
          </p:cNvPr>
          <p:cNvSpPr>
            <a:spLocks noGrp="1"/>
          </p:cNvSpPr>
          <p:nvPr/>
        </p:nvSpPr>
        <p:spPr>
          <a:xfrm>
            <a:off x="6981825" y="2343150"/>
            <a:ext cx="1809750" cy="600075"/>
          </a:xfrm>
          <a:prstGeom prst="rect">
            <a:avLst/>
          </a:prstGeom>
          <a:solidFill>
            <a:srgbClr val="147D80"/>
          </a:solidFill>
          <a:ln w="0">
            <a:noFill/>
            <a:prstDash val="solid"/>
          </a:ln>
        </p:spPr>
      </p:sp>
      <p:sp>
        <p:nvSpPr>
          <p:cNvPr id="19" name="visual-245">
            <a:extLst>
              <a:ext uri="{FF2B5EF4-FFF2-40B4-BE49-F238E27FC236}">
                <a16:creationId xmlns:a16="http://schemas.microsoft.com/office/drawing/2014/main" id="{55E31DBF-DAAE-4022-A001-222DAA71343C}"/>
              </a:ext>
            </a:extLst>
          </p:cNvPr>
          <p:cNvSpPr>
            <a:spLocks noGrp="1"/>
          </p:cNvSpPr>
          <p:nvPr/>
        </p:nvSpPr>
        <p:spPr>
          <a:xfrm>
            <a:off x="7096125" y="2390775"/>
            <a:ext cx="1581150" cy="504825"/>
          </a:xfrm>
          <a:prstGeom prst="rect">
            <a:avLst/>
          </a:prstGeom>
          <a:noFill/>
          <a:ln w="0">
            <a:noFill/>
            <a:prstDash val="solid"/>
          </a:ln>
        </p:spPr>
        <p:txBody>
          <a:bodyPr lIns="0" tIns="0" rIns="0" bIns="0" anchor="ctr"/>
          <a:lstStyle>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a:pPr algn="ctr">
              <a:defRPr sz="1950" b="1">
                <a:solidFill>
                  <a:srgbClr val="FFFFFF"/>
                </a:solidFill>
                <a:latin typeface="Arial"/>
                <a:ea typeface="Arial"/>
                <a:cs typeface="Arial"/>
              </a:defRPr>
            </a:pPr>
            <a:r>
              <a:rPr sz="1950" b="1">
                <a:solidFill>
                  <a:srgbClr val="FFFFFF"/>
                </a:solidFill>
                <a:latin typeface="Arial"/>
                <a:ea typeface="Arial"/>
                <a:cs typeface="Arial"/>
              </a:rPr>
              <a:t>Reconcile</a:t>
            </a:r>
          </a:p>
        </p:txBody>
      </p:sp>
      <p:sp>
        <p:nvSpPr>
          <p:cNvPr id="20" name="visual-246">
            <a:extLst>
              <a:ext uri="{FF2B5EF4-FFF2-40B4-BE49-F238E27FC236}">
                <a16:creationId xmlns:a16="http://schemas.microsoft.com/office/drawing/2014/main" id="{C622D399-86BA-4B41-91CF-7CDFFB9C59F6}"/>
              </a:ext>
            </a:extLst>
          </p:cNvPr>
          <p:cNvSpPr>
            <a:spLocks noGrp="1"/>
          </p:cNvSpPr>
          <p:nvPr/>
        </p:nvSpPr>
        <p:spPr>
          <a:xfrm>
            <a:off x="8791575" y="2638425"/>
            <a:ext cx="457200" cy="19050"/>
          </a:xfrm>
          <a:prstGeom prst="rect">
            <a:avLst/>
          </a:prstGeom>
          <a:solidFill>
            <a:srgbClr val="147D80"/>
          </a:solidFill>
          <a:ln w="0">
            <a:noFill/>
            <a:prstDash val="solid"/>
          </a:ln>
        </p:spPr>
      </p:sp>
      <p:sp>
        <p:nvSpPr>
          <p:cNvPr id="21" name="visual-247">
            <a:extLst>
              <a:ext uri="{FF2B5EF4-FFF2-40B4-BE49-F238E27FC236}">
                <a16:creationId xmlns:a16="http://schemas.microsoft.com/office/drawing/2014/main" id="{70AABE88-EE80-4AF7-9AE6-B40DE761001A}"/>
              </a:ext>
            </a:extLst>
          </p:cNvPr>
          <p:cNvSpPr>
            <a:spLocks noGrp="1"/>
          </p:cNvSpPr>
          <p:nvPr/>
        </p:nvSpPr>
        <p:spPr>
          <a:xfrm>
            <a:off x="9277350" y="2133600"/>
            <a:ext cx="2238375" cy="1028700"/>
          </a:xfrm>
          <a:prstGeom prst="rect">
            <a:avLst/>
          </a:prstGeom>
          <a:solidFill>
            <a:srgbClr val="DDEBE7"/>
          </a:solidFill>
          <a:ln w="0">
            <a:noFill/>
            <a:prstDash val="solid"/>
          </a:ln>
        </p:spPr>
      </p:sp>
      <p:sp>
        <p:nvSpPr>
          <p:cNvPr id="22" name="visual-248">
            <a:extLst>
              <a:ext uri="{FF2B5EF4-FFF2-40B4-BE49-F238E27FC236}">
                <a16:creationId xmlns:a16="http://schemas.microsoft.com/office/drawing/2014/main" id="{2428DC42-1996-4007-ABB1-5C73C48B86A3}"/>
              </a:ext>
            </a:extLst>
          </p:cNvPr>
          <p:cNvSpPr>
            <a:spLocks noGrp="1"/>
          </p:cNvSpPr>
          <p:nvPr/>
        </p:nvSpPr>
        <p:spPr>
          <a:xfrm>
            <a:off x="9391650" y="2181225"/>
            <a:ext cx="2009775" cy="933450"/>
          </a:xfrm>
          <a:prstGeom prst="rect">
            <a:avLst/>
          </a:prstGeom>
          <a:noFill/>
          <a:ln w="0">
            <a:noFill/>
            <a:prstDash val="solid"/>
          </a:ln>
        </p:spPr>
        <p:txBody>
          <a:bodyPr lIns="0" tIns="0" rIns="0" bIns="0" anchor="ctr"/>
          <a:lstStyle>
            <a:defPPr algn="ctr">
              <a:defRPr sz="2100" b="1">
                <a:solidFill>
                  <a:srgbClr val="132F3B"/>
                </a:solidFill>
                <a:latin typeface="Arial"/>
                <a:ea typeface="Arial"/>
                <a:cs typeface="Arial"/>
              </a:defRPr>
            </a:defPPr>
            <a:lvl1pPr algn="ctr">
              <a:defRPr sz="2100" b="1">
                <a:solidFill>
                  <a:srgbClr val="132F3B"/>
                </a:solidFill>
                <a:latin typeface="Arial"/>
                <a:ea typeface="Arial"/>
                <a:cs typeface="Arial"/>
              </a:defRPr>
            </a:lvl1pPr>
            <a:lvl2pPr algn="ctr">
              <a:defRPr sz="2100" b="1">
                <a:solidFill>
                  <a:srgbClr val="132F3B"/>
                </a:solidFill>
                <a:latin typeface="Arial"/>
                <a:ea typeface="Arial"/>
                <a:cs typeface="Arial"/>
              </a:defRPr>
            </a:lvl2pPr>
            <a:lvl3pPr algn="ctr">
              <a:defRPr sz="2100" b="1">
                <a:solidFill>
                  <a:srgbClr val="132F3B"/>
                </a:solidFill>
                <a:latin typeface="Arial"/>
                <a:ea typeface="Arial"/>
                <a:cs typeface="Arial"/>
              </a:defRPr>
            </a:lvl3pPr>
            <a:lvl4pPr algn="ctr">
              <a:defRPr sz="2100" b="1">
                <a:solidFill>
                  <a:srgbClr val="132F3B"/>
                </a:solidFill>
                <a:latin typeface="Arial"/>
                <a:ea typeface="Arial"/>
                <a:cs typeface="Arial"/>
              </a:defRPr>
            </a:lvl4pPr>
            <a:lvl5pPr algn="ctr">
              <a:defRPr sz="2100" b="1">
                <a:solidFill>
                  <a:srgbClr val="132F3B"/>
                </a:solidFill>
                <a:latin typeface="Arial"/>
                <a:ea typeface="Arial"/>
                <a:cs typeface="Arial"/>
              </a:defRPr>
            </a:lvl5pPr>
            <a:lvl6pPr algn="ctr">
              <a:defRPr sz="2100" b="1">
                <a:solidFill>
                  <a:srgbClr val="132F3B"/>
                </a:solidFill>
                <a:latin typeface="Arial"/>
                <a:ea typeface="Arial"/>
                <a:cs typeface="Arial"/>
              </a:defRPr>
            </a:lvl6pPr>
            <a:lvl7pPr algn="ctr">
              <a:defRPr sz="2100" b="1">
                <a:solidFill>
                  <a:srgbClr val="132F3B"/>
                </a:solidFill>
                <a:latin typeface="Arial"/>
                <a:ea typeface="Arial"/>
                <a:cs typeface="Arial"/>
              </a:defRPr>
            </a:lvl7pPr>
            <a:lvl8pPr algn="ctr">
              <a:defRPr sz="2100" b="1">
                <a:solidFill>
                  <a:srgbClr val="132F3B"/>
                </a:solidFill>
                <a:latin typeface="Arial"/>
                <a:ea typeface="Arial"/>
                <a:cs typeface="Arial"/>
              </a:defRPr>
            </a:lvl8pPr>
            <a:lvl9pPr algn="ctr">
              <a:defRPr sz="2100" b="1">
                <a:solidFill>
                  <a:srgbClr val="132F3B"/>
                </a:solidFill>
                <a:latin typeface="Arial"/>
                <a:ea typeface="Arial"/>
                <a:cs typeface="Arial"/>
              </a:defRPr>
            </a:lvl9pPr>
          </a:lstStyle>
          <a:p>
            <a:pPr algn="ctr">
              <a:defRPr sz="2100" b="1">
                <a:solidFill>
                  <a:srgbClr val="132F3B"/>
                </a:solidFill>
                <a:latin typeface="Arial"/>
                <a:ea typeface="Arial"/>
                <a:cs typeface="Arial"/>
              </a:defRPr>
            </a:pPr>
            <a:r>
              <a:rPr sz="2100" b="1">
                <a:solidFill>
                  <a:srgbClr val="132F3B"/>
                </a:solidFill>
                <a:latin typeface="Arial"/>
                <a:ea typeface="Arial"/>
                <a:cs typeface="Arial"/>
              </a:rPr>
              <a:t>One shared</a:t>
            </a:r>
          </a:p>
          <a:p>
            <a:pPr algn="ctr">
              <a:defRPr sz="2100" b="1">
                <a:solidFill>
                  <a:srgbClr val="132F3B"/>
                </a:solidFill>
                <a:latin typeface="Arial"/>
                <a:ea typeface="Arial"/>
                <a:cs typeface="Arial"/>
              </a:defRPr>
            </a:pPr>
            <a:r>
              <a:rPr sz="2100" b="1">
                <a:solidFill>
                  <a:srgbClr val="132F3B"/>
                </a:solidFill>
                <a:latin typeface="Arial"/>
                <a:ea typeface="Arial"/>
                <a:cs typeface="Arial"/>
              </a:rPr>
              <a:t>data pack</a:t>
            </a:r>
          </a:p>
        </p:txBody>
      </p:sp>
      <p:sp>
        <p:nvSpPr>
          <p:cNvPr id="23" name="visual-249">
            <a:extLst>
              <a:ext uri="{FF2B5EF4-FFF2-40B4-BE49-F238E27FC236}">
                <a16:creationId xmlns:a16="http://schemas.microsoft.com/office/drawing/2014/main" id="{660BA542-5872-4B77-80A7-40C2504CB738}"/>
              </a:ext>
            </a:extLst>
          </p:cNvPr>
          <p:cNvSpPr>
            <a:spLocks noGrp="1"/>
          </p:cNvSpPr>
          <p:nvPr/>
        </p:nvSpPr>
        <p:spPr>
          <a:xfrm>
            <a:off x="3714750" y="3590925"/>
            <a:ext cx="7858125" cy="876300"/>
          </a:xfrm>
          <a:prstGeom prst="rect">
            <a:avLst/>
          </a:prstGeom>
          <a:noFill/>
          <a:ln w="0">
            <a:noFill/>
            <a:prstDash val="solid"/>
          </a:ln>
        </p:spPr>
        <p:txBody>
          <a:bodyPr lIns="0" tIns="0" rIns="0" bIns="0" anchor="ctr"/>
          <a:lstStyle>
            <a:defPPr algn="l">
              <a:defRPr sz="2100" b="0">
                <a:solidFill>
                  <a:srgbClr val="132F3B"/>
                </a:solidFill>
                <a:latin typeface="Arial"/>
                <a:ea typeface="Arial"/>
                <a:cs typeface="Arial"/>
              </a:defRPr>
            </a:defPPr>
            <a:lvl1pPr algn="l">
              <a:defRPr sz="2100" b="0">
                <a:solidFill>
                  <a:srgbClr val="132F3B"/>
                </a:solidFill>
                <a:latin typeface="Arial"/>
                <a:ea typeface="Arial"/>
                <a:cs typeface="Arial"/>
              </a:defRPr>
            </a:lvl1pPr>
            <a:lvl2pPr algn="l">
              <a:defRPr sz="2100" b="0">
                <a:solidFill>
                  <a:srgbClr val="132F3B"/>
                </a:solidFill>
                <a:latin typeface="Arial"/>
                <a:ea typeface="Arial"/>
                <a:cs typeface="Arial"/>
              </a:defRPr>
            </a:lvl2pPr>
            <a:lvl3pPr algn="l">
              <a:defRPr sz="2100" b="0">
                <a:solidFill>
                  <a:srgbClr val="132F3B"/>
                </a:solidFill>
                <a:latin typeface="Arial"/>
                <a:ea typeface="Arial"/>
                <a:cs typeface="Arial"/>
              </a:defRPr>
            </a:lvl3pPr>
            <a:lvl4pPr algn="l">
              <a:defRPr sz="2100" b="0">
                <a:solidFill>
                  <a:srgbClr val="132F3B"/>
                </a:solidFill>
                <a:latin typeface="Arial"/>
                <a:ea typeface="Arial"/>
                <a:cs typeface="Arial"/>
              </a:defRPr>
            </a:lvl4pPr>
            <a:lvl5pPr algn="l">
              <a:defRPr sz="2100" b="0">
                <a:solidFill>
                  <a:srgbClr val="132F3B"/>
                </a:solidFill>
                <a:latin typeface="Arial"/>
                <a:ea typeface="Arial"/>
                <a:cs typeface="Arial"/>
              </a:defRPr>
            </a:lvl5pPr>
            <a:lvl6pPr algn="l">
              <a:defRPr sz="2100" b="0">
                <a:solidFill>
                  <a:srgbClr val="132F3B"/>
                </a:solidFill>
                <a:latin typeface="Arial"/>
                <a:ea typeface="Arial"/>
                <a:cs typeface="Arial"/>
              </a:defRPr>
            </a:lvl6pPr>
            <a:lvl7pPr algn="l">
              <a:defRPr sz="2100" b="0">
                <a:solidFill>
                  <a:srgbClr val="132F3B"/>
                </a:solidFill>
                <a:latin typeface="Arial"/>
                <a:ea typeface="Arial"/>
                <a:cs typeface="Arial"/>
              </a:defRPr>
            </a:lvl7pPr>
            <a:lvl8pPr algn="l">
              <a:defRPr sz="2100" b="0">
                <a:solidFill>
                  <a:srgbClr val="132F3B"/>
                </a:solidFill>
                <a:latin typeface="Arial"/>
                <a:ea typeface="Arial"/>
                <a:cs typeface="Arial"/>
              </a:defRPr>
            </a:lvl8pPr>
            <a:lvl9pPr algn="l">
              <a:defRPr sz="2100" b="0">
                <a:solidFill>
                  <a:srgbClr val="132F3B"/>
                </a:solidFill>
                <a:latin typeface="Arial"/>
                <a:ea typeface="Arial"/>
                <a:cs typeface="Arial"/>
              </a:defRPr>
            </a:lvl9pPr>
          </a:lstStyle>
          <a:p>
            <a:pPr algn="l">
              <a:defRPr sz="2100" b="0">
                <a:solidFill>
                  <a:srgbClr val="132F3B"/>
                </a:solidFill>
                <a:latin typeface="Arial"/>
                <a:ea typeface="Arial"/>
                <a:cs typeface="Arial"/>
              </a:defRPr>
            </a:pPr>
            <a:r>
              <a:rPr sz="2100" b="0">
                <a:solidFill>
                  <a:srgbClr val="132F3B"/>
                </a:solidFill>
                <a:latin typeface="Arial"/>
                <a:ea typeface="Arial"/>
                <a:cs typeface="Arial"/>
              </a:rPr>
              <a:t>Reconcile records and contract exceptions.</a:t>
            </a:r>
          </a:p>
          <a:p>
            <a:pPr algn="l">
              <a:defRPr sz="2100" b="0">
                <a:solidFill>
                  <a:srgbClr val="132F3B"/>
                </a:solidFill>
                <a:latin typeface="Arial"/>
                <a:ea typeface="Arial"/>
                <a:cs typeface="Arial"/>
              </a:defRPr>
            </a:pPr>
            <a:r>
              <a:rPr sz="2100" b="0">
                <a:solidFill>
                  <a:srgbClr val="132F3B"/>
                </a:solidFill>
                <a:latin typeface="Arial"/>
                <a:ea typeface="Arial"/>
                <a:cs typeface="Arial"/>
              </a:rPr>
              <a:t>Share legacy knowledge and prevent duplicate packs.</a:t>
            </a:r>
          </a:p>
        </p:txBody>
      </p:sp>
      <p:sp>
        <p:nvSpPr>
          <p:cNvPr id="24" name="visual-250">
            <a:extLst>
              <a:ext uri="{FF2B5EF4-FFF2-40B4-BE49-F238E27FC236}">
                <a16:creationId xmlns:a16="http://schemas.microsoft.com/office/drawing/2014/main" id="{2C8ADCE3-98F8-4B19-8586-4F0A0CC33457}"/>
              </a:ext>
            </a:extLst>
          </p:cNvPr>
          <p:cNvSpPr>
            <a:spLocks noGrp="1"/>
          </p:cNvSpPr>
          <p:nvPr/>
        </p:nvSpPr>
        <p:spPr>
          <a:xfrm>
            <a:off x="3714750" y="4552950"/>
            <a:ext cx="7858125" cy="419100"/>
          </a:xfrm>
          <a:prstGeom prst="rect">
            <a:avLst/>
          </a:prstGeom>
          <a:noFill/>
          <a:ln w="0">
            <a:noFill/>
            <a:prstDash val="solid"/>
          </a:ln>
        </p:spPr>
        <p:txBody>
          <a:bodyPr lIns="0" tIns="0" rIns="0" bIns="0" anchor="ctr"/>
          <a:lstStyle>
            <a:defPPr algn="l">
              <a:defRPr sz="1875" b="0">
                <a:solidFill>
                  <a:srgbClr val="526770"/>
                </a:solidFill>
                <a:latin typeface="Arial"/>
                <a:ea typeface="Arial"/>
                <a:cs typeface="Arial"/>
              </a:defRPr>
            </a:defPPr>
            <a:lvl1pPr algn="l">
              <a:defRPr sz="1875" b="0">
                <a:solidFill>
                  <a:srgbClr val="526770"/>
                </a:solidFill>
                <a:latin typeface="Arial"/>
                <a:ea typeface="Arial"/>
                <a:cs typeface="Arial"/>
              </a:defRPr>
            </a:lvl1pPr>
            <a:lvl2pPr algn="l">
              <a:defRPr sz="1875" b="0">
                <a:solidFill>
                  <a:srgbClr val="526770"/>
                </a:solidFill>
                <a:latin typeface="Arial"/>
                <a:ea typeface="Arial"/>
                <a:cs typeface="Arial"/>
              </a:defRPr>
            </a:lvl2pPr>
            <a:lvl3pPr algn="l">
              <a:defRPr sz="1875" b="0">
                <a:solidFill>
                  <a:srgbClr val="526770"/>
                </a:solidFill>
                <a:latin typeface="Arial"/>
                <a:ea typeface="Arial"/>
                <a:cs typeface="Arial"/>
              </a:defRPr>
            </a:lvl3pPr>
            <a:lvl4pPr algn="l">
              <a:defRPr sz="1875" b="0">
                <a:solidFill>
                  <a:srgbClr val="526770"/>
                </a:solidFill>
                <a:latin typeface="Arial"/>
                <a:ea typeface="Arial"/>
                <a:cs typeface="Arial"/>
              </a:defRPr>
            </a:lvl4pPr>
            <a:lvl5pPr algn="l">
              <a:defRPr sz="1875" b="0">
                <a:solidFill>
                  <a:srgbClr val="526770"/>
                </a:solidFill>
                <a:latin typeface="Arial"/>
                <a:ea typeface="Arial"/>
                <a:cs typeface="Arial"/>
              </a:defRPr>
            </a:lvl5pPr>
            <a:lvl6pPr algn="l">
              <a:defRPr sz="1875" b="0">
                <a:solidFill>
                  <a:srgbClr val="526770"/>
                </a:solidFill>
                <a:latin typeface="Arial"/>
                <a:ea typeface="Arial"/>
                <a:cs typeface="Arial"/>
              </a:defRPr>
            </a:lvl6pPr>
            <a:lvl7pPr algn="l">
              <a:defRPr sz="1875" b="0">
                <a:solidFill>
                  <a:srgbClr val="526770"/>
                </a:solidFill>
                <a:latin typeface="Arial"/>
                <a:ea typeface="Arial"/>
                <a:cs typeface="Arial"/>
              </a:defRPr>
            </a:lvl7pPr>
            <a:lvl8pPr algn="l">
              <a:defRPr sz="1875" b="0">
                <a:solidFill>
                  <a:srgbClr val="526770"/>
                </a:solidFill>
                <a:latin typeface="Arial"/>
                <a:ea typeface="Arial"/>
                <a:cs typeface="Arial"/>
              </a:defRPr>
            </a:lvl8pPr>
            <a:lvl9pPr algn="l">
              <a:defRPr sz="1875" b="0">
                <a:solidFill>
                  <a:srgbClr val="526770"/>
                </a:solidFill>
                <a:latin typeface="Arial"/>
                <a:ea typeface="Arial"/>
                <a:cs typeface="Arial"/>
              </a:defRPr>
            </a:lvl9pPr>
          </a:lstStyle>
          <a:p>
            <a:pPr algn="l">
              <a:defRPr sz="1875" b="0">
                <a:solidFill>
                  <a:srgbClr val="526770"/>
                </a:solidFill>
                <a:latin typeface="Arial"/>
                <a:ea typeface="Arial"/>
                <a:cs typeface="Arial"/>
              </a:defRPr>
            </a:pPr>
            <a:r>
              <a:rPr sz="1875" b="0">
                <a:solidFill>
                  <a:srgbClr val="526770"/>
                </a:solidFill>
                <a:latin typeface="Arial"/>
                <a:ea typeface="Arial"/>
                <a:cs typeface="Arial"/>
              </a:rPr>
              <a:t>Candidate: Data accuracy and contract-code knowledge</a:t>
            </a:r>
          </a:p>
        </p:txBody>
      </p:sp>
      <p:sp>
        <p:nvSpPr>
          <p:cNvPr id="25" name="visual-251">
            <a:extLst>
              <a:ext uri="{FF2B5EF4-FFF2-40B4-BE49-F238E27FC236}">
                <a16:creationId xmlns:a16="http://schemas.microsoft.com/office/drawing/2014/main" id="{2BA80552-556A-4A55-B150-D91C270B9303}"/>
              </a:ext>
            </a:extLst>
          </p:cNvPr>
          <p:cNvSpPr>
            <a:spLocks noGrp="1"/>
          </p:cNvSpPr>
          <p:nvPr/>
        </p:nvSpPr>
        <p:spPr>
          <a:xfrm>
            <a:off x="3714750" y="4991100"/>
            <a:ext cx="7858125" cy="419100"/>
          </a:xfrm>
          <a:prstGeom prst="rect">
            <a:avLst/>
          </a:prstGeom>
          <a:noFill/>
          <a:ln w="0">
            <a:noFill/>
            <a:prstDash val="solid"/>
          </a:ln>
        </p:spPr>
        <p:txBody>
          <a:bodyPr lIns="0" tIns="0" rIns="0" bIns="0" anchor="ctr"/>
          <a:lstStyle>
            <a:defPPr algn="l">
              <a:defRPr sz="1875" b="0">
                <a:solidFill>
                  <a:srgbClr val="526770"/>
                </a:solidFill>
                <a:latin typeface="Arial"/>
                <a:ea typeface="Arial"/>
                <a:cs typeface="Arial"/>
              </a:defRPr>
            </a:defPPr>
            <a:lvl1pPr algn="l">
              <a:defRPr sz="1875" b="0">
                <a:solidFill>
                  <a:srgbClr val="526770"/>
                </a:solidFill>
                <a:latin typeface="Arial"/>
                <a:ea typeface="Arial"/>
                <a:cs typeface="Arial"/>
              </a:defRPr>
            </a:lvl1pPr>
            <a:lvl2pPr algn="l">
              <a:defRPr sz="1875" b="0">
                <a:solidFill>
                  <a:srgbClr val="526770"/>
                </a:solidFill>
                <a:latin typeface="Arial"/>
                <a:ea typeface="Arial"/>
                <a:cs typeface="Arial"/>
              </a:defRPr>
            </a:lvl2pPr>
            <a:lvl3pPr algn="l">
              <a:defRPr sz="1875" b="0">
                <a:solidFill>
                  <a:srgbClr val="526770"/>
                </a:solidFill>
                <a:latin typeface="Arial"/>
                <a:ea typeface="Arial"/>
                <a:cs typeface="Arial"/>
              </a:defRPr>
            </a:lvl3pPr>
            <a:lvl4pPr algn="l">
              <a:defRPr sz="1875" b="0">
                <a:solidFill>
                  <a:srgbClr val="526770"/>
                </a:solidFill>
                <a:latin typeface="Arial"/>
                <a:ea typeface="Arial"/>
                <a:cs typeface="Arial"/>
              </a:defRPr>
            </a:lvl4pPr>
            <a:lvl5pPr algn="l">
              <a:defRPr sz="1875" b="0">
                <a:solidFill>
                  <a:srgbClr val="526770"/>
                </a:solidFill>
                <a:latin typeface="Arial"/>
                <a:ea typeface="Arial"/>
                <a:cs typeface="Arial"/>
              </a:defRPr>
            </a:lvl5pPr>
            <a:lvl6pPr algn="l">
              <a:defRPr sz="1875" b="0">
                <a:solidFill>
                  <a:srgbClr val="526770"/>
                </a:solidFill>
                <a:latin typeface="Arial"/>
                <a:ea typeface="Arial"/>
                <a:cs typeface="Arial"/>
              </a:defRPr>
            </a:lvl6pPr>
            <a:lvl7pPr algn="l">
              <a:defRPr sz="1875" b="0">
                <a:solidFill>
                  <a:srgbClr val="526770"/>
                </a:solidFill>
                <a:latin typeface="Arial"/>
                <a:ea typeface="Arial"/>
                <a:cs typeface="Arial"/>
              </a:defRPr>
            </a:lvl7pPr>
            <a:lvl8pPr algn="l">
              <a:defRPr sz="1875" b="0">
                <a:solidFill>
                  <a:srgbClr val="526770"/>
                </a:solidFill>
                <a:latin typeface="Arial"/>
                <a:ea typeface="Arial"/>
                <a:cs typeface="Arial"/>
              </a:defRPr>
            </a:lvl8pPr>
            <a:lvl9pPr algn="l">
              <a:defRPr sz="1875" b="0">
                <a:solidFill>
                  <a:srgbClr val="526770"/>
                </a:solidFill>
                <a:latin typeface="Arial"/>
                <a:ea typeface="Arial"/>
                <a:cs typeface="Arial"/>
              </a:defRPr>
            </a:lvl9pPr>
          </a:lstStyle>
          <a:p>
            <a:pPr algn="l">
              <a:defRPr sz="1875" b="0">
                <a:solidFill>
                  <a:srgbClr val="526770"/>
                </a:solidFill>
                <a:latin typeface="Arial"/>
                <a:ea typeface="Arial"/>
                <a:cs typeface="Arial"/>
              </a:defRPr>
            </a:pPr>
            <a:r>
              <a:rPr sz="1875" b="0">
                <a:solidFill>
                  <a:srgbClr val="526770"/>
                </a:solidFill>
                <a:latin typeface="Arial"/>
                <a:ea typeface="Arial"/>
                <a:cs typeface="Arial"/>
              </a:rPr>
              <a:t>Selection: Resolve an unusual code using supporting evidence.</a:t>
            </a:r>
          </a:p>
        </p:txBody>
      </p:sp>
      <p:sp>
        <p:nvSpPr>
          <p:cNvPr id="26" name="visual-252">
            <a:extLst>
              <a:ext uri="{FF2B5EF4-FFF2-40B4-BE49-F238E27FC236}">
                <a16:creationId xmlns:a16="http://schemas.microsoft.com/office/drawing/2014/main" id="{022EDCE4-46C6-4472-B357-E1942A1E701E}"/>
              </a:ext>
            </a:extLst>
          </p:cNvPr>
          <p:cNvSpPr>
            <a:spLocks noGrp="1"/>
          </p:cNvSpPr>
          <p:nvPr/>
        </p:nvSpPr>
        <p:spPr>
          <a:xfrm>
            <a:off x="571500" y="5391150"/>
            <a:ext cx="11001375" cy="333375"/>
          </a:xfrm>
          <a:prstGeom prst="rect">
            <a:avLst/>
          </a:prstGeom>
          <a:noFill/>
          <a:ln w="0">
            <a:noFill/>
            <a:prstDash val="solid"/>
          </a:ln>
        </p:spPr>
        <p:txBody>
          <a:bodyPr lIns="0" tIns="0" rIns="0" bIns="0" anchor="ctr"/>
          <a:lstStyle>
            <a:defPPr algn="l">
              <a:defRPr sz="1800" b="1">
                <a:solidFill>
                  <a:srgbClr val="132F3B"/>
                </a:solidFill>
                <a:latin typeface="Arial"/>
                <a:ea typeface="Arial"/>
                <a:cs typeface="Arial"/>
              </a:defRPr>
            </a:defPPr>
            <a:lvl1pPr algn="l">
              <a:defRPr sz="1800" b="1">
                <a:solidFill>
                  <a:srgbClr val="132F3B"/>
                </a:solidFill>
                <a:latin typeface="Arial"/>
                <a:ea typeface="Arial"/>
                <a:cs typeface="Arial"/>
              </a:defRPr>
            </a:lvl1pPr>
            <a:lvl2pPr algn="l">
              <a:defRPr sz="1800" b="1">
                <a:solidFill>
                  <a:srgbClr val="132F3B"/>
                </a:solidFill>
                <a:latin typeface="Arial"/>
                <a:ea typeface="Arial"/>
                <a:cs typeface="Arial"/>
              </a:defRPr>
            </a:lvl2pPr>
            <a:lvl3pPr algn="l">
              <a:defRPr sz="1800" b="1">
                <a:solidFill>
                  <a:srgbClr val="132F3B"/>
                </a:solidFill>
                <a:latin typeface="Arial"/>
                <a:ea typeface="Arial"/>
                <a:cs typeface="Arial"/>
              </a:defRPr>
            </a:lvl3pPr>
            <a:lvl4pPr algn="l">
              <a:defRPr sz="1800" b="1">
                <a:solidFill>
                  <a:srgbClr val="132F3B"/>
                </a:solidFill>
                <a:latin typeface="Arial"/>
                <a:ea typeface="Arial"/>
                <a:cs typeface="Arial"/>
              </a:defRPr>
            </a:lvl4pPr>
            <a:lvl5pPr algn="l">
              <a:defRPr sz="1800" b="1">
                <a:solidFill>
                  <a:srgbClr val="132F3B"/>
                </a:solidFill>
                <a:latin typeface="Arial"/>
                <a:ea typeface="Arial"/>
                <a:cs typeface="Arial"/>
              </a:defRPr>
            </a:lvl5pPr>
            <a:lvl6pPr algn="l">
              <a:defRPr sz="1800" b="1">
                <a:solidFill>
                  <a:srgbClr val="132F3B"/>
                </a:solidFill>
                <a:latin typeface="Arial"/>
                <a:ea typeface="Arial"/>
                <a:cs typeface="Arial"/>
              </a:defRPr>
            </a:lvl6pPr>
            <a:lvl7pPr algn="l">
              <a:defRPr sz="1800" b="1">
                <a:solidFill>
                  <a:srgbClr val="132F3B"/>
                </a:solidFill>
                <a:latin typeface="Arial"/>
                <a:ea typeface="Arial"/>
                <a:cs typeface="Arial"/>
              </a:defRPr>
            </a:lvl7pPr>
            <a:lvl8pPr algn="l">
              <a:defRPr sz="1800" b="1">
                <a:solidFill>
                  <a:srgbClr val="132F3B"/>
                </a:solidFill>
                <a:latin typeface="Arial"/>
                <a:ea typeface="Arial"/>
                <a:cs typeface="Arial"/>
              </a:defRPr>
            </a:lvl8pPr>
            <a:lvl9pPr algn="l">
              <a:defRPr sz="1800" b="1">
                <a:solidFill>
                  <a:srgbClr val="132F3B"/>
                </a:solidFill>
                <a:latin typeface="Arial"/>
                <a:ea typeface="Arial"/>
                <a:cs typeface="Arial"/>
              </a:defRPr>
            </a:lvl9pPr>
          </a:lstStyle>
          <a:p>
            <a:pPr algn="l">
              <a:defRPr sz="1800" b="1">
                <a:solidFill>
                  <a:srgbClr val="132F3B"/>
                </a:solidFill>
                <a:latin typeface="Arial"/>
                <a:ea typeface="Arial"/>
                <a:cs typeface="Arial"/>
              </a:defRPr>
            </a:pPr>
            <a:r>
              <a:rPr sz="1800" b="1">
                <a:solidFill>
                  <a:srgbClr val="132F3B"/>
                </a:solidFill>
                <a:latin typeface="Arial"/>
                <a:ea typeface="Arial"/>
                <a:cs typeface="Arial"/>
              </a:rPr>
              <a:t>Owners approve contract changes and report retirement.</a:t>
            </a:r>
          </a:p>
        </p:txBody>
      </p:sp>
    </p:spTree>
    <p:extLst>
      <p:ext uri="{BB962C8B-B14F-4D97-AF65-F5344CB8AC3E}">
        <p14:creationId xmlns:p14="http://schemas.microsoft.com/office/powerpoint/2010/main" val="315607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visual-253">
            <a:extLst>
              <a:ext uri="{FF2B5EF4-FFF2-40B4-BE49-F238E27FC236}">
                <a16:creationId xmlns:a16="http://schemas.microsoft.com/office/drawing/2014/main" id="{B32D75FF-7B3D-43C1-B634-D5CFFFAC80EA}"/>
              </a:ext>
            </a:extLst>
          </p:cNvPr>
          <p:cNvSpPr>
            <a:spLocks noGrp="1"/>
          </p:cNvSpPr>
          <p:nvPr/>
        </p:nvSpPr>
        <p:spPr>
          <a:xfrm>
            <a:off x="0" y="0"/>
            <a:ext cx="133350" cy="6858000"/>
          </a:xfrm>
          <a:prstGeom prst="rect">
            <a:avLst/>
          </a:prstGeom>
          <a:solidFill>
            <a:schemeClr val="bg2">
              <a:lumMod val="25000"/>
            </a:schemeClr>
          </a:solidFill>
          <a:ln w="0">
            <a:noFill/>
            <a:prstDash val="solid"/>
          </a:ln>
        </p:spPr>
      </p:sp>
      <p:sp>
        <p:nvSpPr>
          <p:cNvPr id="2" name="visual-254">
            <a:extLst>
              <a:ext uri="{FF2B5EF4-FFF2-40B4-BE49-F238E27FC236}">
                <a16:creationId xmlns:a16="http://schemas.microsoft.com/office/drawing/2014/main" id="{56BDF9EA-C11E-4FB2-9711-046C51ECFA90}"/>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132F3B"/>
                </a:solidFill>
                <a:latin typeface="Arial"/>
                <a:ea typeface="Arial"/>
                <a:cs typeface="Arial"/>
              </a:defRPr>
            </a:defPPr>
            <a:lvl1pPr algn="l">
              <a:defRPr sz="3300" b="1">
                <a:solidFill>
                  <a:srgbClr val="132F3B"/>
                </a:solidFill>
                <a:latin typeface="Arial"/>
                <a:ea typeface="Arial"/>
                <a:cs typeface="Arial"/>
              </a:defRPr>
            </a:lvl1pPr>
            <a:lvl2pPr algn="l">
              <a:defRPr sz="3300" b="1">
                <a:solidFill>
                  <a:srgbClr val="132F3B"/>
                </a:solidFill>
                <a:latin typeface="Arial"/>
                <a:ea typeface="Arial"/>
                <a:cs typeface="Arial"/>
              </a:defRPr>
            </a:lvl2pPr>
            <a:lvl3pPr algn="l">
              <a:defRPr sz="3300" b="1">
                <a:solidFill>
                  <a:srgbClr val="132F3B"/>
                </a:solidFill>
                <a:latin typeface="Arial"/>
                <a:ea typeface="Arial"/>
                <a:cs typeface="Arial"/>
              </a:defRPr>
            </a:lvl3pPr>
            <a:lvl4pPr algn="l">
              <a:defRPr sz="3300" b="1">
                <a:solidFill>
                  <a:srgbClr val="132F3B"/>
                </a:solidFill>
                <a:latin typeface="Arial"/>
                <a:ea typeface="Arial"/>
                <a:cs typeface="Arial"/>
              </a:defRPr>
            </a:lvl4pPr>
            <a:lvl5pPr algn="l">
              <a:defRPr sz="3300" b="1">
                <a:solidFill>
                  <a:srgbClr val="132F3B"/>
                </a:solidFill>
                <a:latin typeface="Arial"/>
                <a:ea typeface="Arial"/>
                <a:cs typeface="Arial"/>
              </a:defRPr>
            </a:lvl5pPr>
            <a:lvl6pPr algn="l">
              <a:defRPr sz="3300" b="1">
                <a:solidFill>
                  <a:srgbClr val="132F3B"/>
                </a:solidFill>
                <a:latin typeface="Arial"/>
                <a:ea typeface="Arial"/>
                <a:cs typeface="Arial"/>
              </a:defRPr>
            </a:lvl6pPr>
            <a:lvl7pPr algn="l">
              <a:defRPr sz="3300" b="1">
                <a:solidFill>
                  <a:srgbClr val="132F3B"/>
                </a:solidFill>
                <a:latin typeface="Arial"/>
                <a:ea typeface="Arial"/>
                <a:cs typeface="Arial"/>
              </a:defRPr>
            </a:lvl7pPr>
            <a:lvl8pPr algn="l">
              <a:defRPr sz="3300" b="1">
                <a:solidFill>
                  <a:srgbClr val="132F3B"/>
                </a:solidFill>
                <a:latin typeface="Arial"/>
                <a:ea typeface="Arial"/>
                <a:cs typeface="Arial"/>
              </a:defRPr>
            </a:lvl8pPr>
            <a:lvl9pPr algn="l">
              <a:defRPr sz="3300" b="1">
                <a:solidFill>
                  <a:srgbClr val="132F3B"/>
                </a:solidFill>
                <a:latin typeface="Arial"/>
                <a:ea typeface="Arial"/>
                <a:cs typeface="Arial"/>
              </a:defRPr>
            </a:lvl9pPr>
          </a:lstStyle>
          <a:p>
            <a:pPr algn="l">
              <a:defRPr sz="3300" b="1">
                <a:solidFill>
                  <a:srgbClr val="132F3B"/>
                </a:solidFill>
                <a:latin typeface="Arial"/>
                <a:ea typeface="Arial"/>
                <a:cs typeface="Arial"/>
              </a:defRPr>
            </a:pPr>
            <a:r>
              <a:rPr sz="3300" b="1">
                <a:solidFill>
                  <a:srgbClr val="132F3B"/>
                </a:solidFill>
                <a:latin typeface="Arial"/>
                <a:ea typeface="Arial"/>
                <a:cs typeface="Arial"/>
              </a:rPr>
              <a:t>Customer Success and Solution Specialist</a:t>
            </a:r>
          </a:p>
        </p:txBody>
      </p:sp>
      <p:sp>
        <p:nvSpPr>
          <p:cNvPr id="3" name="visual-255">
            <a:extLst>
              <a:ext uri="{FF2B5EF4-FFF2-40B4-BE49-F238E27FC236}">
                <a16:creationId xmlns:a16="http://schemas.microsoft.com/office/drawing/2014/main" id="{81AD4E10-1EEB-45D5-B1E5-BB2903B9257A}"/>
              </a:ext>
            </a:extLst>
          </p:cNvPr>
          <p:cNvSpPr>
            <a:spLocks noGrp="1"/>
          </p:cNvSpPr>
          <p:nvPr/>
        </p:nvSpPr>
        <p:spPr>
          <a:xfrm>
            <a:off x="571500" y="1304925"/>
            <a:ext cx="11001375" cy="495300"/>
          </a:xfrm>
          <a:prstGeom prst="rect">
            <a:avLst/>
          </a:prstGeom>
          <a:noFill/>
          <a:ln w="0">
            <a:noFill/>
            <a:prstDash val="solid"/>
          </a:ln>
        </p:spPr>
        <p:txBody>
          <a:bodyPr lIns="0" tIns="0" rIns="0" bIns="0" anchor="ctr"/>
          <a:lstStyle>
            <a:defPPr algn="l">
              <a:defRPr sz="1800" b="0">
                <a:solidFill>
                  <a:srgbClr val="526770"/>
                </a:solidFill>
                <a:latin typeface="Arial"/>
                <a:ea typeface="Arial"/>
                <a:cs typeface="Arial"/>
              </a:defRPr>
            </a:defPPr>
            <a:lvl1pPr algn="l">
              <a:defRPr sz="1800" b="0">
                <a:solidFill>
                  <a:srgbClr val="526770"/>
                </a:solidFill>
                <a:latin typeface="Arial"/>
                <a:ea typeface="Arial"/>
                <a:cs typeface="Arial"/>
              </a:defRPr>
            </a:lvl1pPr>
            <a:lvl2pPr algn="l">
              <a:defRPr sz="1800" b="0">
                <a:solidFill>
                  <a:srgbClr val="526770"/>
                </a:solidFill>
                <a:latin typeface="Arial"/>
                <a:ea typeface="Arial"/>
                <a:cs typeface="Arial"/>
              </a:defRPr>
            </a:lvl2pPr>
            <a:lvl3pPr algn="l">
              <a:defRPr sz="1800" b="0">
                <a:solidFill>
                  <a:srgbClr val="526770"/>
                </a:solidFill>
                <a:latin typeface="Arial"/>
                <a:ea typeface="Arial"/>
                <a:cs typeface="Arial"/>
              </a:defRPr>
            </a:lvl3pPr>
            <a:lvl4pPr algn="l">
              <a:defRPr sz="1800" b="0">
                <a:solidFill>
                  <a:srgbClr val="526770"/>
                </a:solidFill>
                <a:latin typeface="Arial"/>
                <a:ea typeface="Arial"/>
                <a:cs typeface="Arial"/>
              </a:defRPr>
            </a:lvl4pPr>
            <a:lvl5pPr algn="l">
              <a:defRPr sz="1800" b="0">
                <a:solidFill>
                  <a:srgbClr val="526770"/>
                </a:solidFill>
                <a:latin typeface="Arial"/>
                <a:ea typeface="Arial"/>
                <a:cs typeface="Arial"/>
              </a:defRPr>
            </a:lvl5pPr>
            <a:lvl6pPr algn="l">
              <a:defRPr sz="1800" b="0">
                <a:solidFill>
                  <a:srgbClr val="526770"/>
                </a:solidFill>
                <a:latin typeface="Arial"/>
                <a:ea typeface="Arial"/>
                <a:cs typeface="Arial"/>
              </a:defRPr>
            </a:lvl6pPr>
            <a:lvl7pPr algn="l">
              <a:defRPr sz="1800" b="0">
                <a:solidFill>
                  <a:srgbClr val="526770"/>
                </a:solidFill>
                <a:latin typeface="Arial"/>
                <a:ea typeface="Arial"/>
                <a:cs typeface="Arial"/>
              </a:defRPr>
            </a:lvl7pPr>
            <a:lvl8pPr algn="l">
              <a:defRPr sz="1800" b="0">
                <a:solidFill>
                  <a:srgbClr val="526770"/>
                </a:solidFill>
                <a:latin typeface="Arial"/>
                <a:ea typeface="Arial"/>
                <a:cs typeface="Arial"/>
              </a:defRPr>
            </a:lvl8pPr>
            <a:lvl9pPr algn="l">
              <a:defRPr sz="1800" b="0">
                <a:solidFill>
                  <a:srgbClr val="526770"/>
                </a:solidFill>
                <a:latin typeface="Arial"/>
                <a:ea typeface="Arial"/>
                <a:cs typeface="Arial"/>
              </a:defRPr>
            </a:lvl9pPr>
          </a:lstStyle>
          <a:p>
            <a:pPr algn="l">
              <a:defRPr sz="1800" b="0">
                <a:solidFill>
                  <a:srgbClr val="526770"/>
                </a:solidFill>
                <a:latin typeface="Arial"/>
                <a:ea typeface="Arial"/>
                <a:cs typeface="Arial"/>
              </a:defRPr>
            </a:pPr>
            <a:r>
              <a:rPr sz="1800" b="0">
                <a:solidFill>
                  <a:srgbClr val="526770"/>
                </a:solidFill>
                <a:latin typeface="Arial"/>
                <a:ea typeface="Arial"/>
                <a:cs typeface="Arial"/>
              </a:rPr>
              <a:t>Customer commitments the team can deliver</a:t>
            </a:r>
          </a:p>
        </p:txBody>
      </p:sp>
      <p:sp>
        <p:nvSpPr>
          <p:cNvPr id="4" name="visual-256">
            <a:extLst>
              <a:ext uri="{FF2B5EF4-FFF2-40B4-BE49-F238E27FC236}">
                <a16:creationId xmlns:a16="http://schemas.microsoft.com/office/drawing/2014/main" id="{2879CA44-B93F-4BD4-8D62-4F5FE6E68B06}"/>
              </a:ext>
            </a:extLst>
          </p:cNvPr>
          <p:cNvSpPr>
            <a:spLocks noGrp="1"/>
          </p:cNvSpPr>
          <p:nvPr/>
        </p:nvSpPr>
        <p:spPr>
          <a:xfrm>
            <a:off x="571500" y="5772150"/>
            <a:ext cx="11001375" cy="19050"/>
          </a:xfrm>
          <a:prstGeom prst="rect">
            <a:avLst/>
          </a:prstGeom>
          <a:solidFill>
            <a:srgbClr val="C6D3D2"/>
          </a:solidFill>
          <a:ln w="0">
            <a:noFill/>
            <a:prstDash val="solid"/>
          </a:ln>
        </p:spPr>
      </p:sp>
      <p:sp>
        <p:nvSpPr>
          <p:cNvPr id="5" name="visual-257">
            <a:extLst>
              <a:ext uri="{FF2B5EF4-FFF2-40B4-BE49-F238E27FC236}">
                <a16:creationId xmlns:a16="http://schemas.microsoft.com/office/drawing/2014/main" id="{1C041ECB-91BE-4ABA-B098-34C5E2AFBFCE}"/>
              </a:ext>
            </a:extLst>
          </p:cNvPr>
          <p:cNvSpPr>
            <a:spLocks noGrp="1"/>
          </p:cNvSpPr>
          <p:nvPr/>
        </p:nvSpPr>
        <p:spPr>
          <a:xfrm>
            <a:off x="571500" y="5895975"/>
            <a:ext cx="11001375" cy="485775"/>
          </a:xfrm>
          <a:prstGeom prst="rect">
            <a:avLst/>
          </a:prstGeom>
          <a:noFill/>
          <a:ln w="0">
            <a:noFill/>
            <a:prstDash val="solid"/>
          </a:ln>
        </p:spPr>
        <p:txBody>
          <a:bodyPr lIns="0" tIns="0" rIns="0" bIns="0" anchor="ctr"/>
          <a:lstStyle>
            <a:defPPr algn="l">
              <a:defRPr sz="1950" b="1">
                <a:solidFill>
                  <a:srgbClr val="147D80"/>
                </a:solidFill>
                <a:latin typeface="Arial"/>
                <a:ea typeface="Arial"/>
                <a:cs typeface="Arial"/>
              </a:defRPr>
            </a:defPPr>
            <a:lvl1pPr algn="l">
              <a:defRPr sz="1950" b="1">
                <a:solidFill>
                  <a:srgbClr val="147D80"/>
                </a:solidFill>
                <a:latin typeface="Arial"/>
                <a:ea typeface="Arial"/>
                <a:cs typeface="Arial"/>
              </a:defRPr>
            </a:lvl1pPr>
            <a:lvl2pPr algn="l">
              <a:defRPr sz="1950" b="1">
                <a:solidFill>
                  <a:srgbClr val="147D80"/>
                </a:solidFill>
                <a:latin typeface="Arial"/>
                <a:ea typeface="Arial"/>
                <a:cs typeface="Arial"/>
              </a:defRPr>
            </a:lvl2pPr>
            <a:lvl3pPr algn="l">
              <a:defRPr sz="1950" b="1">
                <a:solidFill>
                  <a:srgbClr val="147D80"/>
                </a:solidFill>
                <a:latin typeface="Arial"/>
                <a:ea typeface="Arial"/>
                <a:cs typeface="Arial"/>
              </a:defRPr>
            </a:lvl3pPr>
            <a:lvl4pPr algn="l">
              <a:defRPr sz="1950" b="1">
                <a:solidFill>
                  <a:srgbClr val="147D80"/>
                </a:solidFill>
                <a:latin typeface="Arial"/>
                <a:ea typeface="Arial"/>
                <a:cs typeface="Arial"/>
              </a:defRPr>
            </a:lvl4pPr>
            <a:lvl5pPr algn="l">
              <a:defRPr sz="1950" b="1">
                <a:solidFill>
                  <a:srgbClr val="147D80"/>
                </a:solidFill>
                <a:latin typeface="Arial"/>
                <a:ea typeface="Arial"/>
                <a:cs typeface="Arial"/>
              </a:defRPr>
            </a:lvl5pPr>
            <a:lvl6pPr algn="l">
              <a:defRPr sz="1950" b="1">
                <a:solidFill>
                  <a:srgbClr val="147D80"/>
                </a:solidFill>
                <a:latin typeface="Arial"/>
                <a:ea typeface="Arial"/>
                <a:cs typeface="Arial"/>
              </a:defRPr>
            </a:lvl6pPr>
            <a:lvl7pPr algn="l">
              <a:defRPr sz="1950" b="1">
                <a:solidFill>
                  <a:srgbClr val="147D80"/>
                </a:solidFill>
                <a:latin typeface="Arial"/>
                <a:ea typeface="Arial"/>
                <a:cs typeface="Arial"/>
              </a:defRPr>
            </a:lvl7pPr>
            <a:lvl8pPr algn="l">
              <a:defRPr sz="1950" b="1">
                <a:solidFill>
                  <a:srgbClr val="147D80"/>
                </a:solidFill>
                <a:latin typeface="Arial"/>
                <a:ea typeface="Arial"/>
                <a:cs typeface="Arial"/>
              </a:defRPr>
            </a:lvl8pPr>
            <a:lvl9pPr algn="l">
              <a:defRPr sz="1950" b="1">
                <a:solidFill>
                  <a:srgbClr val="147D80"/>
                </a:solidFill>
                <a:latin typeface="Arial"/>
                <a:ea typeface="Arial"/>
                <a:cs typeface="Arial"/>
              </a:defRPr>
            </a:lvl9pPr>
          </a:lstStyle>
          <a:p>
            <a:pPr algn="l">
              <a:defRPr sz="1950" b="1">
                <a:solidFill>
                  <a:srgbClr val="147D80"/>
                </a:solidFill>
                <a:latin typeface="Arial"/>
                <a:ea typeface="Arial"/>
                <a:cs typeface="Arial"/>
              </a:defRPr>
            </a:pPr>
            <a:r>
              <a:rPr sz="1950" b="1" dirty="0">
                <a:solidFill>
                  <a:schemeClr val="accent1">
                    <a:lumMod val="75000"/>
                  </a:schemeClr>
                </a:solidFill>
                <a:latin typeface="Arial"/>
                <a:ea typeface="Arial"/>
                <a:cs typeface="Arial"/>
              </a:rPr>
              <a:t>An accurate promise and a clear next step for the customer.</a:t>
            </a:r>
          </a:p>
        </p:txBody>
      </p:sp>
      <p:sp>
        <p:nvSpPr>
          <p:cNvPr id="6" name="visual-258">
            <a:extLst>
              <a:ext uri="{FF2B5EF4-FFF2-40B4-BE49-F238E27FC236}">
                <a16:creationId xmlns:a16="http://schemas.microsoft.com/office/drawing/2014/main" id="{3D2E8968-6E92-4E54-9FEC-33018B7E84CF}"/>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526770"/>
                </a:solidFill>
                <a:latin typeface="Arial"/>
                <a:ea typeface="Arial"/>
                <a:cs typeface="Arial"/>
              </a:defRPr>
            </a:defPPr>
            <a:lvl1pPr algn="r">
              <a:defRPr sz="1200" b="0">
                <a:solidFill>
                  <a:srgbClr val="526770"/>
                </a:solidFill>
                <a:latin typeface="Arial"/>
                <a:ea typeface="Arial"/>
                <a:cs typeface="Arial"/>
              </a:defRPr>
            </a:lvl1pPr>
            <a:lvl2pPr algn="r">
              <a:defRPr sz="1200" b="0">
                <a:solidFill>
                  <a:srgbClr val="526770"/>
                </a:solidFill>
                <a:latin typeface="Arial"/>
                <a:ea typeface="Arial"/>
                <a:cs typeface="Arial"/>
              </a:defRPr>
            </a:lvl2pPr>
            <a:lvl3pPr algn="r">
              <a:defRPr sz="1200" b="0">
                <a:solidFill>
                  <a:srgbClr val="526770"/>
                </a:solidFill>
                <a:latin typeface="Arial"/>
                <a:ea typeface="Arial"/>
                <a:cs typeface="Arial"/>
              </a:defRPr>
            </a:lvl3pPr>
            <a:lvl4pPr algn="r">
              <a:defRPr sz="1200" b="0">
                <a:solidFill>
                  <a:srgbClr val="526770"/>
                </a:solidFill>
                <a:latin typeface="Arial"/>
                <a:ea typeface="Arial"/>
                <a:cs typeface="Arial"/>
              </a:defRPr>
            </a:lvl4pPr>
            <a:lvl5pPr algn="r">
              <a:defRPr sz="1200" b="0">
                <a:solidFill>
                  <a:srgbClr val="526770"/>
                </a:solidFill>
                <a:latin typeface="Arial"/>
                <a:ea typeface="Arial"/>
                <a:cs typeface="Arial"/>
              </a:defRPr>
            </a:lvl5pPr>
            <a:lvl6pPr algn="r">
              <a:defRPr sz="1200" b="0">
                <a:solidFill>
                  <a:srgbClr val="526770"/>
                </a:solidFill>
                <a:latin typeface="Arial"/>
                <a:ea typeface="Arial"/>
                <a:cs typeface="Arial"/>
              </a:defRPr>
            </a:lvl6pPr>
            <a:lvl7pPr algn="r">
              <a:defRPr sz="1200" b="0">
                <a:solidFill>
                  <a:srgbClr val="526770"/>
                </a:solidFill>
                <a:latin typeface="Arial"/>
                <a:ea typeface="Arial"/>
                <a:cs typeface="Arial"/>
              </a:defRPr>
            </a:lvl7pPr>
            <a:lvl8pPr algn="r">
              <a:defRPr sz="1200" b="0">
                <a:solidFill>
                  <a:srgbClr val="526770"/>
                </a:solidFill>
                <a:latin typeface="Arial"/>
                <a:ea typeface="Arial"/>
                <a:cs typeface="Arial"/>
              </a:defRPr>
            </a:lvl8pPr>
            <a:lvl9pPr algn="r">
              <a:defRPr sz="1200" b="0">
                <a:solidFill>
                  <a:srgbClr val="526770"/>
                </a:solidFill>
                <a:latin typeface="Arial"/>
                <a:ea typeface="Arial"/>
                <a:cs typeface="Arial"/>
              </a:defRPr>
            </a:lvl9pPr>
          </a:lstStyle>
          <a:p>
            <a:pPr algn="r">
              <a:defRPr sz="1200" b="0">
                <a:solidFill>
                  <a:srgbClr val="526770"/>
                </a:solidFill>
                <a:latin typeface="Arial"/>
                <a:ea typeface="Arial"/>
                <a:cs typeface="Arial"/>
              </a:defRPr>
            </a:pPr>
            <a:r>
              <a:rPr sz="1200" b="0" dirty="0">
                <a:solidFill>
                  <a:srgbClr val="526770"/>
                </a:solidFill>
                <a:latin typeface="Arial"/>
                <a:ea typeface="Arial"/>
                <a:cs typeface="Arial"/>
              </a:rPr>
              <a:t>  16 / 17</a:t>
            </a:r>
          </a:p>
        </p:txBody>
      </p:sp>
      <p:sp>
        <p:nvSpPr>
          <p:cNvPr id="7" name="visual-259">
            <a:extLst>
              <a:ext uri="{FF2B5EF4-FFF2-40B4-BE49-F238E27FC236}">
                <a16:creationId xmlns:a16="http://schemas.microsoft.com/office/drawing/2014/main" id="{9273A93D-6768-4E8A-8EBA-3BCE8B2E9A96}"/>
              </a:ext>
            </a:extLst>
          </p:cNvPr>
          <p:cNvSpPr>
            <a:spLocks noGrp="1"/>
          </p:cNvSpPr>
          <p:nvPr/>
        </p:nvSpPr>
        <p:spPr>
          <a:xfrm>
            <a:off x="571500" y="1971675"/>
            <a:ext cx="2762250" cy="1190625"/>
          </a:xfrm>
          <a:prstGeom prst="rect">
            <a:avLst/>
          </a:prstGeom>
          <a:noFill/>
          <a:ln w="0">
            <a:noFill/>
            <a:prstDash val="solid"/>
          </a:ln>
        </p:spPr>
        <p:txBody>
          <a:bodyPr lIns="0" tIns="0" rIns="0" bIns="0" anchor="ctr"/>
          <a:lstStyle>
            <a:defPPr algn="l">
              <a:defRPr sz="7725" b="1">
                <a:solidFill>
                  <a:srgbClr val="D15D43"/>
                </a:solidFill>
                <a:latin typeface="Arial"/>
                <a:ea typeface="Arial"/>
                <a:cs typeface="Arial"/>
              </a:defRPr>
            </a:defPPr>
            <a:lvl1pPr algn="l">
              <a:defRPr sz="7725" b="1">
                <a:solidFill>
                  <a:srgbClr val="D15D43"/>
                </a:solidFill>
                <a:latin typeface="Arial"/>
                <a:ea typeface="Arial"/>
                <a:cs typeface="Arial"/>
              </a:defRPr>
            </a:lvl1pPr>
            <a:lvl2pPr algn="l">
              <a:defRPr sz="7725" b="1">
                <a:solidFill>
                  <a:srgbClr val="D15D43"/>
                </a:solidFill>
                <a:latin typeface="Arial"/>
                <a:ea typeface="Arial"/>
                <a:cs typeface="Arial"/>
              </a:defRPr>
            </a:lvl2pPr>
            <a:lvl3pPr algn="l">
              <a:defRPr sz="7725" b="1">
                <a:solidFill>
                  <a:srgbClr val="D15D43"/>
                </a:solidFill>
                <a:latin typeface="Arial"/>
                <a:ea typeface="Arial"/>
                <a:cs typeface="Arial"/>
              </a:defRPr>
            </a:lvl3pPr>
            <a:lvl4pPr algn="l">
              <a:defRPr sz="7725" b="1">
                <a:solidFill>
                  <a:srgbClr val="D15D43"/>
                </a:solidFill>
                <a:latin typeface="Arial"/>
                <a:ea typeface="Arial"/>
                <a:cs typeface="Arial"/>
              </a:defRPr>
            </a:lvl4pPr>
            <a:lvl5pPr algn="l">
              <a:defRPr sz="7725" b="1">
                <a:solidFill>
                  <a:srgbClr val="D15D43"/>
                </a:solidFill>
                <a:latin typeface="Arial"/>
                <a:ea typeface="Arial"/>
                <a:cs typeface="Arial"/>
              </a:defRPr>
            </a:lvl5pPr>
            <a:lvl6pPr algn="l">
              <a:defRPr sz="7725" b="1">
                <a:solidFill>
                  <a:srgbClr val="D15D43"/>
                </a:solidFill>
                <a:latin typeface="Arial"/>
                <a:ea typeface="Arial"/>
                <a:cs typeface="Arial"/>
              </a:defRPr>
            </a:lvl6pPr>
            <a:lvl7pPr algn="l">
              <a:defRPr sz="7725" b="1">
                <a:solidFill>
                  <a:srgbClr val="D15D43"/>
                </a:solidFill>
                <a:latin typeface="Arial"/>
                <a:ea typeface="Arial"/>
                <a:cs typeface="Arial"/>
              </a:defRPr>
            </a:lvl7pPr>
            <a:lvl8pPr algn="l">
              <a:defRPr sz="7725" b="1">
                <a:solidFill>
                  <a:srgbClr val="D15D43"/>
                </a:solidFill>
                <a:latin typeface="Arial"/>
                <a:ea typeface="Arial"/>
                <a:cs typeface="Arial"/>
              </a:defRPr>
            </a:lvl8pPr>
            <a:lvl9pPr algn="l">
              <a:defRPr sz="7725" b="1">
                <a:solidFill>
                  <a:srgbClr val="D15D43"/>
                </a:solidFill>
                <a:latin typeface="Arial"/>
                <a:ea typeface="Arial"/>
                <a:cs typeface="Arial"/>
              </a:defRPr>
            </a:lvl9pPr>
          </a:lstStyle>
          <a:p>
            <a:pPr algn="l">
              <a:defRPr sz="7725" b="1">
                <a:solidFill>
                  <a:srgbClr val="D15D43"/>
                </a:solidFill>
                <a:latin typeface="Arial"/>
                <a:ea typeface="Arial"/>
                <a:cs typeface="Arial"/>
              </a:defRPr>
            </a:pPr>
            <a:r>
              <a:rPr sz="7725" b="1" dirty="0">
                <a:solidFill>
                  <a:schemeClr val="bg2">
                    <a:lumMod val="25000"/>
                  </a:schemeClr>
                </a:solidFill>
                <a:latin typeface="Arial"/>
                <a:ea typeface="Arial"/>
                <a:cs typeface="Arial"/>
              </a:rPr>
              <a:t>24</a:t>
            </a:r>
          </a:p>
        </p:txBody>
      </p:sp>
      <p:sp>
        <p:nvSpPr>
          <p:cNvPr id="8" name="visual-260">
            <a:extLst>
              <a:ext uri="{FF2B5EF4-FFF2-40B4-BE49-F238E27FC236}">
                <a16:creationId xmlns:a16="http://schemas.microsoft.com/office/drawing/2014/main" id="{5D6C5438-EFB0-407A-82CA-7A77C6C513EB}"/>
              </a:ext>
            </a:extLst>
          </p:cNvPr>
          <p:cNvSpPr>
            <a:spLocks noGrp="1"/>
          </p:cNvSpPr>
          <p:nvPr/>
        </p:nvSpPr>
        <p:spPr>
          <a:xfrm>
            <a:off x="619125" y="3190875"/>
            <a:ext cx="2762250" cy="428625"/>
          </a:xfrm>
          <a:prstGeom prst="rect">
            <a:avLst/>
          </a:prstGeom>
          <a:noFill/>
          <a:ln w="0">
            <a:noFill/>
            <a:prstDash val="solid"/>
          </a:ln>
        </p:spPr>
        <p:txBody>
          <a:bodyPr lIns="0" tIns="0" rIns="0" bIns="0" anchor="ctr"/>
          <a:lstStyle>
            <a:defPPr algn="l">
              <a:defRPr sz="2175" b="1">
                <a:solidFill>
                  <a:srgbClr val="132F3B"/>
                </a:solidFill>
                <a:latin typeface="Arial"/>
                <a:ea typeface="Arial"/>
                <a:cs typeface="Arial"/>
              </a:defRPr>
            </a:defPPr>
            <a:lvl1pPr algn="l">
              <a:defRPr sz="2175" b="1">
                <a:solidFill>
                  <a:srgbClr val="132F3B"/>
                </a:solidFill>
                <a:latin typeface="Arial"/>
                <a:ea typeface="Arial"/>
                <a:cs typeface="Arial"/>
              </a:defRPr>
            </a:lvl1pPr>
            <a:lvl2pPr algn="l">
              <a:defRPr sz="2175" b="1">
                <a:solidFill>
                  <a:srgbClr val="132F3B"/>
                </a:solidFill>
                <a:latin typeface="Arial"/>
                <a:ea typeface="Arial"/>
                <a:cs typeface="Arial"/>
              </a:defRPr>
            </a:lvl2pPr>
            <a:lvl3pPr algn="l">
              <a:defRPr sz="2175" b="1">
                <a:solidFill>
                  <a:srgbClr val="132F3B"/>
                </a:solidFill>
                <a:latin typeface="Arial"/>
                <a:ea typeface="Arial"/>
                <a:cs typeface="Arial"/>
              </a:defRPr>
            </a:lvl3pPr>
            <a:lvl4pPr algn="l">
              <a:defRPr sz="2175" b="1">
                <a:solidFill>
                  <a:srgbClr val="132F3B"/>
                </a:solidFill>
                <a:latin typeface="Arial"/>
                <a:ea typeface="Arial"/>
                <a:cs typeface="Arial"/>
              </a:defRPr>
            </a:lvl4pPr>
            <a:lvl5pPr algn="l">
              <a:defRPr sz="2175" b="1">
                <a:solidFill>
                  <a:srgbClr val="132F3B"/>
                </a:solidFill>
                <a:latin typeface="Arial"/>
                <a:ea typeface="Arial"/>
                <a:cs typeface="Arial"/>
              </a:defRPr>
            </a:lvl5pPr>
            <a:lvl6pPr algn="l">
              <a:defRPr sz="2175" b="1">
                <a:solidFill>
                  <a:srgbClr val="132F3B"/>
                </a:solidFill>
                <a:latin typeface="Arial"/>
                <a:ea typeface="Arial"/>
                <a:cs typeface="Arial"/>
              </a:defRPr>
            </a:lvl6pPr>
            <a:lvl7pPr algn="l">
              <a:defRPr sz="2175" b="1">
                <a:solidFill>
                  <a:srgbClr val="132F3B"/>
                </a:solidFill>
                <a:latin typeface="Arial"/>
                <a:ea typeface="Arial"/>
                <a:cs typeface="Arial"/>
              </a:defRPr>
            </a:lvl7pPr>
            <a:lvl8pPr algn="l">
              <a:defRPr sz="2175" b="1">
                <a:solidFill>
                  <a:srgbClr val="132F3B"/>
                </a:solidFill>
                <a:latin typeface="Arial"/>
                <a:ea typeface="Arial"/>
                <a:cs typeface="Arial"/>
              </a:defRPr>
            </a:lvl8pPr>
            <a:lvl9pPr algn="l">
              <a:defRPr sz="2175" b="1">
                <a:solidFill>
                  <a:srgbClr val="132F3B"/>
                </a:solidFill>
                <a:latin typeface="Arial"/>
                <a:ea typeface="Arial"/>
                <a:cs typeface="Arial"/>
              </a:defRPr>
            </a:lvl9pPr>
          </a:lstStyle>
          <a:p>
            <a:pPr algn="l">
              <a:defRPr sz="2175" b="1">
                <a:solidFill>
                  <a:srgbClr val="132F3B"/>
                </a:solidFill>
                <a:latin typeface="Arial"/>
                <a:ea typeface="Arial"/>
                <a:cs typeface="Arial"/>
              </a:defRPr>
            </a:pPr>
            <a:r>
              <a:rPr sz="2175" b="1">
                <a:solidFill>
                  <a:srgbClr val="132F3B"/>
                </a:solidFill>
                <a:latin typeface="Arial"/>
                <a:ea typeface="Arial"/>
                <a:cs typeface="Arial"/>
              </a:rPr>
              <a:t>planned hires</a:t>
            </a:r>
          </a:p>
        </p:txBody>
      </p:sp>
      <p:sp>
        <p:nvSpPr>
          <p:cNvPr id="9" name="visual-261">
            <a:extLst>
              <a:ext uri="{FF2B5EF4-FFF2-40B4-BE49-F238E27FC236}">
                <a16:creationId xmlns:a16="http://schemas.microsoft.com/office/drawing/2014/main" id="{0009C18B-1EC8-433C-86C9-8B92B531DEA3}"/>
              </a:ext>
            </a:extLst>
          </p:cNvPr>
          <p:cNvSpPr>
            <a:spLocks noGrp="1"/>
          </p:cNvSpPr>
          <p:nvPr/>
        </p:nvSpPr>
        <p:spPr>
          <a:xfrm>
            <a:off x="619125" y="3810000"/>
            <a:ext cx="2714625" cy="1200150"/>
          </a:xfrm>
          <a:prstGeom prst="rect">
            <a:avLst/>
          </a:prstGeom>
          <a:noFill/>
          <a:ln w="0">
            <a:noFill/>
            <a:prstDash val="solid"/>
          </a:ln>
        </p:spPr>
        <p:txBody>
          <a:bodyPr lIns="0" tIns="0" rIns="0" bIns="0" anchor="ctr"/>
          <a:lstStyle>
            <a:defPPr algn="l">
              <a:defRPr sz="2100" b="0">
                <a:solidFill>
                  <a:srgbClr val="526770"/>
                </a:solidFill>
                <a:latin typeface="Arial"/>
                <a:ea typeface="Arial"/>
                <a:cs typeface="Arial"/>
              </a:defRPr>
            </a:defPPr>
            <a:lvl1pPr algn="l">
              <a:defRPr sz="2100" b="0">
                <a:solidFill>
                  <a:srgbClr val="526770"/>
                </a:solidFill>
                <a:latin typeface="Arial"/>
                <a:ea typeface="Arial"/>
                <a:cs typeface="Arial"/>
              </a:defRPr>
            </a:lvl1pPr>
            <a:lvl2pPr algn="l">
              <a:defRPr sz="2100" b="0">
                <a:solidFill>
                  <a:srgbClr val="526770"/>
                </a:solidFill>
                <a:latin typeface="Arial"/>
                <a:ea typeface="Arial"/>
                <a:cs typeface="Arial"/>
              </a:defRPr>
            </a:lvl2pPr>
            <a:lvl3pPr algn="l">
              <a:defRPr sz="2100" b="0">
                <a:solidFill>
                  <a:srgbClr val="526770"/>
                </a:solidFill>
                <a:latin typeface="Arial"/>
                <a:ea typeface="Arial"/>
                <a:cs typeface="Arial"/>
              </a:defRPr>
            </a:lvl3pPr>
            <a:lvl4pPr algn="l">
              <a:defRPr sz="2100" b="0">
                <a:solidFill>
                  <a:srgbClr val="526770"/>
                </a:solidFill>
                <a:latin typeface="Arial"/>
                <a:ea typeface="Arial"/>
                <a:cs typeface="Arial"/>
              </a:defRPr>
            </a:lvl4pPr>
            <a:lvl5pPr algn="l">
              <a:defRPr sz="2100" b="0">
                <a:solidFill>
                  <a:srgbClr val="526770"/>
                </a:solidFill>
                <a:latin typeface="Arial"/>
                <a:ea typeface="Arial"/>
                <a:cs typeface="Arial"/>
              </a:defRPr>
            </a:lvl5pPr>
            <a:lvl6pPr algn="l">
              <a:defRPr sz="2100" b="0">
                <a:solidFill>
                  <a:srgbClr val="526770"/>
                </a:solidFill>
                <a:latin typeface="Arial"/>
                <a:ea typeface="Arial"/>
                <a:cs typeface="Arial"/>
              </a:defRPr>
            </a:lvl6pPr>
            <a:lvl7pPr algn="l">
              <a:defRPr sz="2100" b="0">
                <a:solidFill>
                  <a:srgbClr val="526770"/>
                </a:solidFill>
                <a:latin typeface="Arial"/>
                <a:ea typeface="Arial"/>
                <a:cs typeface="Arial"/>
              </a:defRPr>
            </a:lvl7pPr>
            <a:lvl8pPr algn="l">
              <a:defRPr sz="2100" b="0">
                <a:solidFill>
                  <a:srgbClr val="526770"/>
                </a:solidFill>
                <a:latin typeface="Arial"/>
                <a:ea typeface="Arial"/>
                <a:cs typeface="Arial"/>
              </a:defRPr>
            </a:lvl8pPr>
            <a:lvl9pPr algn="l">
              <a:defRPr sz="2100" b="0">
                <a:solidFill>
                  <a:srgbClr val="526770"/>
                </a:solidFill>
                <a:latin typeface="Arial"/>
                <a:ea typeface="Arial"/>
                <a:cs typeface="Arial"/>
              </a:defRPr>
            </a:lvl9pPr>
          </a:lstStyle>
          <a:p>
            <a:pPr algn="l">
              <a:defRPr sz="2100" b="0">
                <a:solidFill>
                  <a:srgbClr val="526770"/>
                </a:solidFill>
                <a:latin typeface="Arial"/>
                <a:ea typeface="Arial"/>
                <a:cs typeface="Arial"/>
              </a:defRPr>
            </a:pPr>
            <a:r>
              <a:rPr sz="2100" b="0">
                <a:solidFill>
                  <a:srgbClr val="526770"/>
                </a:solidFill>
                <a:latin typeface="Arial"/>
                <a:ea typeface="Arial"/>
                <a:cs typeface="Arial"/>
              </a:rPr>
              <a:t>Need 33</a:t>
            </a:r>
          </a:p>
          <a:p>
            <a:pPr algn="l">
              <a:defRPr sz="2100" b="0">
                <a:solidFill>
                  <a:srgbClr val="526770"/>
                </a:solidFill>
                <a:latin typeface="Arial"/>
                <a:ea typeface="Arial"/>
                <a:cs typeface="Arial"/>
              </a:defRPr>
            </a:pPr>
            <a:r>
              <a:rPr sz="2100" b="0">
                <a:solidFill>
                  <a:srgbClr val="526770"/>
                </a:solidFill>
                <a:latin typeface="Arial"/>
                <a:ea typeface="Arial"/>
                <a:cs typeface="Arial"/>
              </a:rPr>
              <a:t>Internal 10</a:t>
            </a:r>
          </a:p>
          <a:p>
            <a:pPr algn="l">
              <a:defRPr sz="2100" b="0">
                <a:solidFill>
                  <a:srgbClr val="526770"/>
                </a:solidFill>
                <a:latin typeface="Arial"/>
                <a:ea typeface="Arial"/>
                <a:cs typeface="Arial"/>
              </a:defRPr>
            </a:pPr>
            <a:r>
              <a:rPr sz="2100" b="0">
                <a:solidFill>
                  <a:srgbClr val="526770"/>
                </a:solidFill>
                <a:latin typeface="Arial"/>
                <a:ea typeface="Arial"/>
                <a:cs typeface="Arial"/>
              </a:rPr>
              <a:t>Vendor 0</a:t>
            </a:r>
          </a:p>
        </p:txBody>
      </p:sp>
      <p:sp>
        <p:nvSpPr>
          <p:cNvPr id="10" name="visual-262">
            <a:extLst>
              <a:ext uri="{FF2B5EF4-FFF2-40B4-BE49-F238E27FC236}">
                <a16:creationId xmlns:a16="http://schemas.microsoft.com/office/drawing/2014/main" id="{ED53042E-D1FF-474F-B07E-9EE015FED04F}"/>
              </a:ext>
            </a:extLst>
          </p:cNvPr>
          <p:cNvSpPr>
            <a:spLocks noGrp="1"/>
          </p:cNvSpPr>
          <p:nvPr/>
        </p:nvSpPr>
        <p:spPr>
          <a:xfrm>
            <a:off x="3714750" y="2066925"/>
            <a:ext cx="2952750" cy="619125"/>
          </a:xfrm>
          <a:prstGeom prst="rect">
            <a:avLst/>
          </a:prstGeom>
          <a:solidFill>
            <a:srgbClr val="DDEBE7"/>
          </a:solidFill>
          <a:ln w="0">
            <a:noFill/>
            <a:prstDash val="solid"/>
          </a:ln>
        </p:spPr>
      </p:sp>
      <p:sp>
        <p:nvSpPr>
          <p:cNvPr id="11" name="visual-263">
            <a:extLst>
              <a:ext uri="{FF2B5EF4-FFF2-40B4-BE49-F238E27FC236}">
                <a16:creationId xmlns:a16="http://schemas.microsoft.com/office/drawing/2014/main" id="{199B0182-6BCA-409F-A939-8A90D39C5F9E}"/>
              </a:ext>
            </a:extLst>
          </p:cNvPr>
          <p:cNvSpPr>
            <a:spLocks noGrp="1"/>
          </p:cNvSpPr>
          <p:nvPr/>
        </p:nvSpPr>
        <p:spPr>
          <a:xfrm>
            <a:off x="3829050" y="2114550"/>
            <a:ext cx="2724150" cy="523875"/>
          </a:xfrm>
          <a:prstGeom prst="rect">
            <a:avLst/>
          </a:prstGeom>
          <a:noFill/>
          <a:ln w="0">
            <a:noFill/>
            <a:prstDash val="solid"/>
          </a:ln>
        </p:spPr>
        <p:txBody>
          <a:bodyPr lIns="0" tIns="0" rIns="0" bIns="0" anchor="ctr"/>
          <a:lstStyle>
            <a:defPPr algn="ctr">
              <a:defRPr sz="2175" b="1">
                <a:solidFill>
                  <a:srgbClr val="132F3B"/>
                </a:solidFill>
                <a:latin typeface="Arial"/>
                <a:ea typeface="Arial"/>
                <a:cs typeface="Arial"/>
              </a:defRPr>
            </a:defPPr>
            <a:lvl1pPr algn="ctr">
              <a:defRPr sz="2175" b="1">
                <a:solidFill>
                  <a:srgbClr val="132F3B"/>
                </a:solidFill>
                <a:latin typeface="Arial"/>
                <a:ea typeface="Arial"/>
                <a:cs typeface="Arial"/>
              </a:defRPr>
            </a:lvl1pPr>
            <a:lvl2pPr algn="ctr">
              <a:defRPr sz="2175" b="1">
                <a:solidFill>
                  <a:srgbClr val="132F3B"/>
                </a:solidFill>
                <a:latin typeface="Arial"/>
                <a:ea typeface="Arial"/>
                <a:cs typeface="Arial"/>
              </a:defRPr>
            </a:lvl2pPr>
            <a:lvl3pPr algn="ctr">
              <a:defRPr sz="2175" b="1">
                <a:solidFill>
                  <a:srgbClr val="132F3B"/>
                </a:solidFill>
                <a:latin typeface="Arial"/>
                <a:ea typeface="Arial"/>
                <a:cs typeface="Arial"/>
              </a:defRPr>
            </a:lvl3pPr>
            <a:lvl4pPr algn="ctr">
              <a:defRPr sz="2175" b="1">
                <a:solidFill>
                  <a:srgbClr val="132F3B"/>
                </a:solidFill>
                <a:latin typeface="Arial"/>
                <a:ea typeface="Arial"/>
                <a:cs typeface="Arial"/>
              </a:defRPr>
            </a:lvl4pPr>
            <a:lvl5pPr algn="ctr">
              <a:defRPr sz="2175" b="1">
                <a:solidFill>
                  <a:srgbClr val="132F3B"/>
                </a:solidFill>
                <a:latin typeface="Arial"/>
                <a:ea typeface="Arial"/>
                <a:cs typeface="Arial"/>
              </a:defRPr>
            </a:lvl5pPr>
            <a:lvl6pPr algn="ctr">
              <a:defRPr sz="2175" b="1">
                <a:solidFill>
                  <a:srgbClr val="132F3B"/>
                </a:solidFill>
                <a:latin typeface="Arial"/>
                <a:ea typeface="Arial"/>
                <a:cs typeface="Arial"/>
              </a:defRPr>
            </a:lvl6pPr>
            <a:lvl7pPr algn="ctr">
              <a:defRPr sz="2175" b="1">
                <a:solidFill>
                  <a:srgbClr val="132F3B"/>
                </a:solidFill>
                <a:latin typeface="Arial"/>
                <a:ea typeface="Arial"/>
                <a:cs typeface="Arial"/>
              </a:defRPr>
            </a:lvl7pPr>
            <a:lvl8pPr algn="ctr">
              <a:defRPr sz="2175" b="1">
                <a:solidFill>
                  <a:srgbClr val="132F3B"/>
                </a:solidFill>
                <a:latin typeface="Arial"/>
                <a:ea typeface="Arial"/>
                <a:cs typeface="Arial"/>
              </a:defRPr>
            </a:lvl8pPr>
            <a:lvl9pPr algn="ctr">
              <a:defRPr sz="2175" b="1">
                <a:solidFill>
                  <a:srgbClr val="132F3B"/>
                </a:solidFill>
                <a:latin typeface="Arial"/>
                <a:ea typeface="Arial"/>
                <a:cs typeface="Arial"/>
              </a:defRPr>
            </a:lvl9pPr>
          </a:lstStyle>
          <a:p>
            <a:pPr algn="ctr">
              <a:defRPr sz="2175" b="1">
                <a:solidFill>
                  <a:srgbClr val="132F3B"/>
                </a:solidFill>
                <a:latin typeface="Arial"/>
                <a:ea typeface="Arial"/>
                <a:cs typeface="Arial"/>
              </a:defRPr>
            </a:pPr>
            <a:r>
              <a:rPr sz="2175" b="1">
                <a:solidFill>
                  <a:srgbClr val="132F3B"/>
                </a:solidFill>
                <a:latin typeface="Arial"/>
                <a:ea typeface="Arial"/>
                <a:cs typeface="Arial"/>
              </a:rPr>
              <a:t>Customer need</a:t>
            </a:r>
          </a:p>
        </p:txBody>
      </p:sp>
      <p:sp>
        <p:nvSpPr>
          <p:cNvPr id="12" name="visual-264">
            <a:extLst>
              <a:ext uri="{FF2B5EF4-FFF2-40B4-BE49-F238E27FC236}">
                <a16:creationId xmlns:a16="http://schemas.microsoft.com/office/drawing/2014/main" id="{F60F85D0-FD8F-4591-BDC9-B3606399AFD0}"/>
              </a:ext>
            </a:extLst>
          </p:cNvPr>
          <p:cNvSpPr>
            <a:spLocks noGrp="1"/>
          </p:cNvSpPr>
          <p:nvPr/>
        </p:nvSpPr>
        <p:spPr>
          <a:xfrm>
            <a:off x="8477250" y="2066925"/>
            <a:ext cx="3048000" cy="619125"/>
          </a:xfrm>
          <a:prstGeom prst="rect">
            <a:avLst/>
          </a:prstGeom>
          <a:solidFill>
            <a:srgbClr val="DDEBE7"/>
          </a:solidFill>
          <a:ln w="0">
            <a:noFill/>
            <a:prstDash val="solid"/>
          </a:ln>
        </p:spPr>
      </p:sp>
      <p:sp>
        <p:nvSpPr>
          <p:cNvPr id="13" name="visual-265">
            <a:extLst>
              <a:ext uri="{FF2B5EF4-FFF2-40B4-BE49-F238E27FC236}">
                <a16:creationId xmlns:a16="http://schemas.microsoft.com/office/drawing/2014/main" id="{55B53319-F19A-4B1B-AEB5-82A27C7424ED}"/>
              </a:ext>
            </a:extLst>
          </p:cNvPr>
          <p:cNvSpPr>
            <a:spLocks noGrp="1"/>
          </p:cNvSpPr>
          <p:nvPr/>
        </p:nvSpPr>
        <p:spPr>
          <a:xfrm>
            <a:off x="8591550" y="2114550"/>
            <a:ext cx="2819400" cy="523875"/>
          </a:xfrm>
          <a:prstGeom prst="rect">
            <a:avLst/>
          </a:prstGeom>
          <a:noFill/>
          <a:ln w="0">
            <a:noFill/>
            <a:prstDash val="solid"/>
          </a:ln>
        </p:spPr>
        <p:txBody>
          <a:bodyPr lIns="0" tIns="0" rIns="0" bIns="0" anchor="ctr"/>
          <a:lstStyle>
            <a:defPPr algn="ctr">
              <a:defRPr sz="2175" b="1">
                <a:solidFill>
                  <a:srgbClr val="132F3B"/>
                </a:solidFill>
                <a:latin typeface="Arial"/>
                <a:ea typeface="Arial"/>
                <a:cs typeface="Arial"/>
              </a:defRPr>
            </a:defPPr>
            <a:lvl1pPr algn="ctr">
              <a:defRPr sz="2175" b="1">
                <a:solidFill>
                  <a:srgbClr val="132F3B"/>
                </a:solidFill>
                <a:latin typeface="Arial"/>
                <a:ea typeface="Arial"/>
                <a:cs typeface="Arial"/>
              </a:defRPr>
            </a:lvl1pPr>
            <a:lvl2pPr algn="ctr">
              <a:defRPr sz="2175" b="1">
                <a:solidFill>
                  <a:srgbClr val="132F3B"/>
                </a:solidFill>
                <a:latin typeface="Arial"/>
                <a:ea typeface="Arial"/>
                <a:cs typeface="Arial"/>
              </a:defRPr>
            </a:lvl2pPr>
            <a:lvl3pPr algn="ctr">
              <a:defRPr sz="2175" b="1">
                <a:solidFill>
                  <a:srgbClr val="132F3B"/>
                </a:solidFill>
                <a:latin typeface="Arial"/>
                <a:ea typeface="Arial"/>
                <a:cs typeface="Arial"/>
              </a:defRPr>
            </a:lvl3pPr>
            <a:lvl4pPr algn="ctr">
              <a:defRPr sz="2175" b="1">
                <a:solidFill>
                  <a:srgbClr val="132F3B"/>
                </a:solidFill>
                <a:latin typeface="Arial"/>
                <a:ea typeface="Arial"/>
                <a:cs typeface="Arial"/>
              </a:defRPr>
            </a:lvl4pPr>
            <a:lvl5pPr algn="ctr">
              <a:defRPr sz="2175" b="1">
                <a:solidFill>
                  <a:srgbClr val="132F3B"/>
                </a:solidFill>
                <a:latin typeface="Arial"/>
                <a:ea typeface="Arial"/>
                <a:cs typeface="Arial"/>
              </a:defRPr>
            </a:lvl5pPr>
            <a:lvl6pPr algn="ctr">
              <a:defRPr sz="2175" b="1">
                <a:solidFill>
                  <a:srgbClr val="132F3B"/>
                </a:solidFill>
                <a:latin typeface="Arial"/>
                <a:ea typeface="Arial"/>
                <a:cs typeface="Arial"/>
              </a:defRPr>
            </a:lvl6pPr>
            <a:lvl7pPr algn="ctr">
              <a:defRPr sz="2175" b="1">
                <a:solidFill>
                  <a:srgbClr val="132F3B"/>
                </a:solidFill>
                <a:latin typeface="Arial"/>
                <a:ea typeface="Arial"/>
                <a:cs typeface="Arial"/>
              </a:defRPr>
            </a:lvl7pPr>
            <a:lvl8pPr algn="ctr">
              <a:defRPr sz="2175" b="1">
                <a:solidFill>
                  <a:srgbClr val="132F3B"/>
                </a:solidFill>
                <a:latin typeface="Arial"/>
                <a:ea typeface="Arial"/>
                <a:cs typeface="Arial"/>
              </a:defRPr>
            </a:lvl8pPr>
            <a:lvl9pPr algn="ctr">
              <a:defRPr sz="2175" b="1">
                <a:solidFill>
                  <a:srgbClr val="132F3B"/>
                </a:solidFill>
                <a:latin typeface="Arial"/>
                <a:ea typeface="Arial"/>
                <a:cs typeface="Arial"/>
              </a:defRPr>
            </a:lvl9pPr>
          </a:lstStyle>
          <a:p>
            <a:pPr algn="ctr">
              <a:defRPr sz="2175" b="1">
                <a:solidFill>
                  <a:srgbClr val="132F3B"/>
                </a:solidFill>
                <a:latin typeface="Arial"/>
                <a:ea typeface="Arial"/>
                <a:cs typeface="Arial"/>
              </a:defRPr>
            </a:pPr>
            <a:r>
              <a:rPr sz="2175" b="1">
                <a:solidFill>
                  <a:srgbClr val="132F3B"/>
                </a:solidFill>
                <a:latin typeface="Arial"/>
                <a:ea typeface="Arial"/>
                <a:cs typeface="Arial"/>
              </a:rPr>
              <a:t>Tested capability</a:t>
            </a:r>
          </a:p>
        </p:txBody>
      </p:sp>
      <p:sp>
        <p:nvSpPr>
          <p:cNvPr id="14" name="visual-266">
            <a:extLst>
              <a:ext uri="{FF2B5EF4-FFF2-40B4-BE49-F238E27FC236}">
                <a16:creationId xmlns:a16="http://schemas.microsoft.com/office/drawing/2014/main" id="{8CC5808F-8FF1-415B-B684-4BD51C5D4C07}"/>
              </a:ext>
            </a:extLst>
          </p:cNvPr>
          <p:cNvSpPr>
            <a:spLocks noGrp="1"/>
          </p:cNvSpPr>
          <p:nvPr/>
        </p:nvSpPr>
        <p:spPr>
          <a:xfrm>
            <a:off x="6667500" y="2371725"/>
            <a:ext cx="1809750" cy="19050"/>
          </a:xfrm>
          <a:prstGeom prst="rect">
            <a:avLst/>
          </a:prstGeom>
          <a:solidFill>
            <a:schemeClr val="bg2">
              <a:lumMod val="25000"/>
            </a:schemeClr>
          </a:solidFill>
          <a:ln w="0">
            <a:noFill/>
            <a:prstDash val="solid"/>
          </a:ln>
        </p:spPr>
      </p:sp>
      <p:sp>
        <p:nvSpPr>
          <p:cNvPr id="15" name="visual-267">
            <a:extLst>
              <a:ext uri="{FF2B5EF4-FFF2-40B4-BE49-F238E27FC236}">
                <a16:creationId xmlns:a16="http://schemas.microsoft.com/office/drawing/2014/main" id="{A3936AE8-9DFD-43A4-A91E-BE4C4A433F42}"/>
              </a:ext>
            </a:extLst>
          </p:cNvPr>
          <p:cNvSpPr>
            <a:spLocks noGrp="1"/>
          </p:cNvSpPr>
          <p:nvPr/>
        </p:nvSpPr>
        <p:spPr>
          <a:xfrm>
            <a:off x="3714750" y="2914650"/>
            <a:ext cx="7810500" cy="476250"/>
          </a:xfrm>
          <a:prstGeom prst="rect">
            <a:avLst/>
          </a:prstGeom>
          <a:noFill/>
          <a:ln w="0">
            <a:noFill/>
            <a:prstDash val="solid"/>
          </a:ln>
        </p:spPr>
        <p:txBody>
          <a:bodyPr lIns="0" tIns="0" rIns="0" bIns="0" anchor="ctr"/>
          <a:lstStyle>
            <a:defPPr algn="ctr">
              <a:defRPr sz="2175" b="1">
                <a:solidFill>
                  <a:srgbClr val="D15D43"/>
                </a:solidFill>
                <a:latin typeface="Arial"/>
                <a:ea typeface="Arial"/>
                <a:cs typeface="Arial"/>
              </a:defRPr>
            </a:defPPr>
            <a:lvl1pPr algn="ctr">
              <a:defRPr sz="2175" b="1">
                <a:solidFill>
                  <a:srgbClr val="D15D43"/>
                </a:solidFill>
                <a:latin typeface="Arial"/>
                <a:ea typeface="Arial"/>
                <a:cs typeface="Arial"/>
              </a:defRPr>
            </a:lvl1pPr>
            <a:lvl2pPr algn="ctr">
              <a:defRPr sz="2175" b="1">
                <a:solidFill>
                  <a:srgbClr val="D15D43"/>
                </a:solidFill>
                <a:latin typeface="Arial"/>
                <a:ea typeface="Arial"/>
                <a:cs typeface="Arial"/>
              </a:defRPr>
            </a:lvl2pPr>
            <a:lvl3pPr algn="ctr">
              <a:defRPr sz="2175" b="1">
                <a:solidFill>
                  <a:srgbClr val="D15D43"/>
                </a:solidFill>
                <a:latin typeface="Arial"/>
                <a:ea typeface="Arial"/>
                <a:cs typeface="Arial"/>
              </a:defRPr>
            </a:lvl3pPr>
            <a:lvl4pPr algn="ctr">
              <a:defRPr sz="2175" b="1">
                <a:solidFill>
                  <a:srgbClr val="D15D43"/>
                </a:solidFill>
                <a:latin typeface="Arial"/>
                <a:ea typeface="Arial"/>
                <a:cs typeface="Arial"/>
              </a:defRPr>
            </a:lvl4pPr>
            <a:lvl5pPr algn="ctr">
              <a:defRPr sz="2175" b="1">
                <a:solidFill>
                  <a:srgbClr val="D15D43"/>
                </a:solidFill>
                <a:latin typeface="Arial"/>
                <a:ea typeface="Arial"/>
                <a:cs typeface="Arial"/>
              </a:defRPr>
            </a:lvl5pPr>
            <a:lvl6pPr algn="ctr">
              <a:defRPr sz="2175" b="1">
                <a:solidFill>
                  <a:srgbClr val="D15D43"/>
                </a:solidFill>
                <a:latin typeface="Arial"/>
                <a:ea typeface="Arial"/>
                <a:cs typeface="Arial"/>
              </a:defRPr>
            </a:lvl6pPr>
            <a:lvl7pPr algn="ctr">
              <a:defRPr sz="2175" b="1">
                <a:solidFill>
                  <a:srgbClr val="D15D43"/>
                </a:solidFill>
                <a:latin typeface="Arial"/>
                <a:ea typeface="Arial"/>
                <a:cs typeface="Arial"/>
              </a:defRPr>
            </a:lvl7pPr>
            <a:lvl8pPr algn="ctr">
              <a:defRPr sz="2175" b="1">
                <a:solidFill>
                  <a:srgbClr val="D15D43"/>
                </a:solidFill>
                <a:latin typeface="Arial"/>
                <a:ea typeface="Arial"/>
                <a:cs typeface="Arial"/>
              </a:defRPr>
            </a:lvl8pPr>
            <a:lvl9pPr algn="ctr">
              <a:defRPr sz="2175" b="1">
                <a:solidFill>
                  <a:srgbClr val="D15D43"/>
                </a:solidFill>
                <a:latin typeface="Arial"/>
                <a:ea typeface="Arial"/>
                <a:cs typeface="Arial"/>
              </a:defRPr>
            </a:lvl9pPr>
          </a:lstStyle>
          <a:p>
            <a:pPr algn="ctr">
              <a:defRPr sz="2175" b="1">
                <a:solidFill>
                  <a:srgbClr val="D15D43"/>
                </a:solidFill>
                <a:latin typeface="Arial"/>
                <a:ea typeface="Arial"/>
                <a:cs typeface="Arial"/>
              </a:defRPr>
            </a:pPr>
            <a:r>
              <a:rPr sz="2175" b="1" dirty="0">
                <a:solidFill>
                  <a:schemeClr val="accent1">
                    <a:lumMod val="75000"/>
                  </a:schemeClr>
                </a:solidFill>
                <a:latin typeface="Arial"/>
                <a:ea typeface="Arial"/>
                <a:cs typeface="Arial"/>
              </a:rPr>
              <a:t>Clear promise based on tested capability</a:t>
            </a:r>
          </a:p>
        </p:txBody>
      </p:sp>
      <p:sp>
        <p:nvSpPr>
          <p:cNvPr id="16" name="visual-268">
            <a:extLst>
              <a:ext uri="{FF2B5EF4-FFF2-40B4-BE49-F238E27FC236}">
                <a16:creationId xmlns:a16="http://schemas.microsoft.com/office/drawing/2014/main" id="{8C3C87A3-2430-44E9-B2D1-021E5A4E0345}"/>
              </a:ext>
            </a:extLst>
          </p:cNvPr>
          <p:cNvSpPr>
            <a:spLocks noGrp="1"/>
          </p:cNvSpPr>
          <p:nvPr/>
        </p:nvSpPr>
        <p:spPr>
          <a:xfrm>
            <a:off x="3714750" y="3590925"/>
            <a:ext cx="7858125" cy="876300"/>
          </a:xfrm>
          <a:prstGeom prst="rect">
            <a:avLst/>
          </a:prstGeom>
          <a:noFill/>
          <a:ln w="0">
            <a:noFill/>
            <a:prstDash val="solid"/>
          </a:ln>
        </p:spPr>
        <p:txBody>
          <a:bodyPr lIns="0" tIns="0" rIns="0" bIns="0" anchor="ctr"/>
          <a:lstStyle>
            <a:defPPr algn="l">
              <a:defRPr sz="2100" b="0">
                <a:solidFill>
                  <a:srgbClr val="132F3B"/>
                </a:solidFill>
                <a:latin typeface="Arial"/>
                <a:ea typeface="Arial"/>
                <a:cs typeface="Arial"/>
              </a:defRPr>
            </a:defPPr>
            <a:lvl1pPr algn="l">
              <a:defRPr sz="2100" b="0">
                <a:solidFill>
                  <a:srgbClr val="132F3B"/>
                </a:solidFill>
                <a:latin typeface="Arial"/>
                <a:ea typeface="Arial"/>
                <a:cs typeface="Arial"/>
              </a:defRPr>
            </a:lvl1pPr>
            <a:lvl2pPr algn="l">
              <a:defRPr sz="2100" b="0">
                <a:solidFill>
                  <a:srgbClr val="132F3B"/>
                </a:solidFill>
                <a:latin typeface="Arial"/>
                <a:ea typeface="Arial"/>
                <a:cs typeface="Arial"/>
              </a:defRPr>
            </a:lvl2pPr>
            <a:lvl3pPr algn="l">
              <a:defRPr sz="2100" b="0">
                <a:solidFill>
                  <a:srgbClr val="132F3B"/>
                </a:solidFill>
                <a:latin typeface="Arial"/>
                <a:ea typeface="Arial"/>
                <a:cs typeface="Arial"/>
              </a:defRPr>
            </a:lvl3pPr>
            <a:lvl4pPr algn="l">
              <a:defRPr sz="2100" b="0">
                <a:solidFill>
                  <a:srgbClr val="132F3B"/>
                </a:solidFill>
                <a:latin typeface="Arial"/>
                <a:ea typeface="Arial"/>
                <a:cs typeface="Arial"/>
              </a:defRPr>
            </a:lvl4pPr>
            <a:lvl5pPr algn="l">
              <a:defRPr sz="2100" b="0">
                <a:solidFill>
                  <a:srgbClr val="132F3B"/>
                </a:solidFill>
                <a:latin typeface="Arial"/>
                <a:ea typeface="Arial"/>
                <a:cs typeface="Arial"/>
              </a:defRPr>
            </a:lvl5pPr>
            <a:lvl6pPr algn="l">
              <a:defRPr sz="2100" b="0">
                <a:solidFill>
                  <a:srgbClr val="132F3B"/>
                </a:solidFill>
                <a:latin typeface="Arial"/>
                <a:ea typeface="Arial"/>
                <a:cs typeface="Arial"/>
              </a:defRPr>
            </a:lvl6pPr>
            <a:lvl7pPr algn="l">
              <a:defRPr sz="2100" b="0">
                <a:solidFill>
                  <a:srgbClr val="132F3B"/>
                </a:solidFill>
                <a:latin typeface="Arial"/>
                <a:ea typeface="Arial"/>
                <a:cs typeface="Arial"/>
              </a:defRPr>
            </a:lvl7pPr>
            <a:lvl8pPr algn="l">
              <a:defRPr sz="2100" b="0">
                <a:solidFill>
                  <a:srgbClr val="132F3B"/>
                </a:solidFill>
                <a:latin typeface="Arial"/>
                <a:ea typeface="Arial"/>
                <a:cs typeface="Arial"/>
              </a:defRPr>
            </a:lvl8pPr>
            <a:lvl9pPr algn="l">
              <a:defRPr sz="2100" b="0">
                <a:solidFill>
                  <a:srgbClr val="132F3B"/>
                </a:solidFill>
                <a:latin typeface="Arial"/>
                <a:ea typeface="Arial"/>
                <a:cs typeface="Arial"/>
              </a:defRPr>
            </a:lvl9pPr>
          </a:lstStyle>
          <a:p>
            <a:pPr algn="l">
              <a:defRPr sz="2100" b="0">
                <a:solidFill>
                  <a:srgbClr val="132F3B"/>
                </a:solidFill>
                <a:latin typeface="Arial"/>
                <a:ea typeface="Arial"/>
                <a:cs typeface="Arial"/>
              </a:defRPr>
            </a:pPr>
            <a:r>
              <a:rPr sz="2100" b="0">
                <a:solidFill>
                  <a:srgbClr val="132F3B"/>
                </a:solidFill>
                <a:latin typeface="Arial"/>
                <a:ea typeface="Arial"/>
                <a:cs typeface="Arial"/>
              </a:rPr>
              <a:t>Understand customer needs and explain the solution.</a:t>
            </a:r>
          </a:p>
          <a:p>
            <a:pPr algn="l">
              <a:defRPr sz="2100" b="0">
                <a:solidFill>
                  <a:srgbClr val="132F3B"/>
                </a:solidFill>
                <a:latin typeface="Arial"/>
                <a:ea typeface="Arial"/>
                <a:cs typeface="Arial"/>
              </a:defRPr>
            </a:pPr>
            <a:r>
              <a:rPr sz="2100" b="0">
                <a:solidFill>
                  <a:srgbClr val="132F3B"/>
                </a:solidFill>
                <a:latin typeface="Arial"/>
                <a:ea typeface="Arial"/>
                <a:cs typeface="Arial"/>
              </a:rPr>
              <a:t>Feed issues back into the squad’s work.</a:t>
            </a:r>
          </a:p>
        </p:txBody>
      </p:sp>
      <p:sp>
        <p:nvSpPr>
          <p:cNvPr id="17" name="visual-269">
            <a:extLst>
              <a:ext uri="{FF2B5EF4-FFF2-40B4-BE49-F238E27FC236}">
                <a16:creationId xmlns:a16="http://schemas.microsoft.com/office/drawing/2014/main" id="{56138468-5386-44C7-963C-D25653969595}"/>
              </a:ext>
            </a:extLst>
          </p:cNvPr>
          <p:cNvSpPr>
            <a:spLocks noGrp="1"/>
          </p:cNvSpPr>
          <p:nvPr/>
        </p:nvSpPr>
        <p:spPr>
          <a:xfrm>
            <a:off x="3714750" y="4552950"/>
            <a:ext cx="7858125" cy="419100"/>
          </a:xfrm>
          <a:prstGeom prst="rect">
            <a:avLst/>
          </a:prstGeom>
          <a:noFill/>
          <a:ln w="0">
            <a:noFill/>
            <a:prstDash val="solid"/>
          </a:ln>
        </p:spPr>
        <p:txBody>
          <a:bodyPr lIns="0" tIns="0" rIns="0" bIns="0" anchor="ctr"/>
          <a:lstStyle>
            <a:defPPr algn="l">
              <a:defRPr sz="1875" b="0">
                <a:solidFill>
                  <a:srgbClr val="526770"/>
                </a:solidFill>
                <a:latin typeface="Arial"/>
                <a:ea typeface="Arial"/>
                <a:cs typeface="Arial"/>
              </a:defRPr>
            </a:defPPr>
            <a:lvl1pPr algn="l">
              <a:defRPr sz="1875" b="0">
                <a:solidFill>
                  <a:srgbClr val="526770"/>
                </a:solidFill>
                <a:latin typeface="Arial"/>
                <a:ea typeface="Arial"/>
                <a:cs typeface="Arial"/>
              </a:defRPr>
            </a:lvl1pPr>
            <a:lvl2pPr algn="l">
              <a:defRPr sz="1875" b="0">
                <a:solidFill>
                  <a:srgbClr val="526770"/>
                </a:solidFill>
                <a:latin typeface="Arial"/>
                <a:ea typeface="Arial"/>
                <a:cs typeface="Arial"/>
              </a:defRPr>
            </a:lvl2pPr>
            <a:lvl3pPr algn="l">
              <a:defRPr sz="1875" b="0">
                <a:solidFill>
                  <a:srgbClr val="526770"/>
                </a:solidFill>
                <a:latin typeface="Arial"/>
                <a:ea typeface="Arial"/>
                <a:cs typeface="Arial"/>
              </a:defRPr>
            </a:lvl3pPr>
            <a:lvl4pPr algn="l">
              <a:defRPr sz="1875" b="0">
                <a:solidFill>
                  <a:srgbClr val="526770"/>
                </a:solidFill>
                <a:latin typeface="Arial"/>
                <a:ea typeface="Arial"/>
                <a:cs typeface="Arial"/>
              </a:defRPr>
            </a:lvl4pPr>
            <a:lvl5pPr algn="l">
              <a:defRPr sz="1875" b="0">
                <a:solidFill>
                  <a:srgbClr val="526770"/>
                </a:solidFill>
                <a:latin typeface="Arial"/>
                <a:ea typeface="Arial"/>
                <a:cs typeface="Arial"/>
              </a:defRPr>
            </a:lvl5pPr>
            <a:lvl6pPr algn="l">
              <a:defRPr sz="1875" b="0">
                <a:solidFill>
                  <a:srgbClr val="526770"/>
                </a:solidFill>
                <a:latin typeface="Arial"/>
                <a:ea typeface="Arial"/>
                <a:cs typeface="Arial"/>
              </a:defRPr>
            </a:lvl6pPr>
            <a:lvl7pPr algn="l">
              <a:defRPr sz="1875" b="0">
                <a:solidFill>
                  <a:srgbClr val="526770"/>
                </a:solidFill>
                <a:latin typeface="Arial"/>
                <a:ea typeface="Arial"/>
                <a:cs typeface="Arial"/>
              </a:defRPr>
            </a:lvl7pPr>
            <a:lvl8pPr algn="l">
              <a:defRPr sz="1875" b="0">
                <a:solidFill>
                  <a:srgbClr val="526770"/>
                </a:solidFill>
                <a:latin typeface="Arial"/>
                <a:ea typeface="Arial"/>
                <a:cs typeface="Arial"/>
              </a:defRPr>
            </a:lvl8pPr>
            <a:lvl9pPr algn="l">
              <a:defRPr sz="1875" b="0">
                <a:solidFill>
                  <a:srgbClr val="526770"/>
                </a:solidFill>
                <a:latin typeface="Arial"/>
                <a:ea typeface="Arial"/>
                <a:cs typeface="Arial"/>
              </a:defRPr>
            </a:lvl9pPr>
          </a:lstStyle>
          <a:p>
            <a:pPr algn="l">
              <a:defRPr sz="1875" b="0">
                <a:solidFill>
                  <a:srgbClr val="526770"/>
                </a:solidFill>
                <a:latin typeface="Arial"/>
                <a:ea typeface="Arial"/>
                <a:cs typeface="Arial"/>
              </a:defRPr>
            </a:pPr>
            <a:r>
              <a:rPr sz="1875" b="0">
                <a:solidFill>
                  <a:srgbClr val="526770"/>
                </a:solidFill>
                <a:latin typeface="Arial"/>
                <a:ea typeface="Arial"/>
                <a:cs typeface="Arial"/>
              </a:rPr>
              <a:t>Candidate: Clear communication and solution discovery</a:t>
            </a:r>
          </a:p>
        </p:txBody>
      </p:sp>
      <p:sp>
        <p:nvSpPr>
          <p:cNvPr id="18" name="visual-270">
            <a:extLst>
              <a:ext uri="{FF2B5EF4-FFF2-40B4-BE49-F238E27FC236}">
                <a16:creationId xmlns:a16="http://schemas.microsoft.com/office/drawing/2014/main" id="{54656616-15ED-4DC2-A7FD-E53EDBD17B4D}"/>
              </a:ext>
            </a:extLst>
          </p:cNvPr>
          <p:cNvSpPr>
            <a:spLocks noGrp="1"/>
          </p:cNvSpPr>
          <p:nvPr/>
        </p:nvSpPr>
        <p:spPr>
          <a:xfrm>
            <a:off x="3714750" y="4991100"/>
            <a:ext cx="7858125" cy="419100"/>
          </a:xfrm>
          <a:prstGeom prst="rect">
            <a:avLst/>
          </a:prstGeom>
          <a:noFill/>
          <a:ln w="0">
            <a:noFill/>
            <a:prstDash val="solid"/>
          </a:ln>
        </p:spPr>
        <p:txBody>
          <a:bodyPr lIns="0" tIns="0" rIns="0" bIns="0" anchor="ctr"/>
          <a:lstStyle>
            <a:defPPr algn="l">
              <a:defRPr sz="1875" b="0">
                <a:solidFill>
                  <a:srgbClr val="526770"/>
                </a:solidFill>
                <a:latin typeface="Arial"/>
                <a:ea typeface="Arial"/>
                <a:cs typeface="Arial"/>
              </a:defRPr>
            </a:defPPr>
            <a:lvl1pPr algn="l">
              <a:defRPr sz="1875" b="0">
                <a:solidFill>
                  <a:srgbClr val="526770"/>
                </a:solidFill>
                <a:latin typeface="Arial"/>
                <a:ea typeface="Arial"/>
                <a:cs typeface="Arial"/>
              </a:defRPr>
            </a:lvl1pPr>
            <a:lvl2pPr algn="l">
              <a:defRPr sz="1875" b="0">
                <a:solidFill>
                  <a:srgbClr val="526770"/>
                </a:solidFill>
                <a:latin typeface="Arial"/>
                <a:ea typeface="Arial"/>
                <a:cs typeface="Arial"/>
              </a:defRPr>
            </a:lvl2pPr>
            <a:lvl3pPr algn="l">
              <a:defRPr sz="1875" b="0">
                <a:solidFill>
                  <a:srgbClr val="526770"/>
                </a:solidFill>
                <a:latin typeface="Arial"/>
                <a:ea typeface="Arial"/>
                <a:cs typeface="Arial"/>
              </a:defRPr>
            </a:lvl3pPr>
            <a:lvl4pPr algn="l">
              <a:defRPr sz="1875" b="0">
                <a:solidFill>
                  <a:srgbClr val="526770"/>
                </a:solidFill>
                <a:latin typeface="Arial"/>
                <a:ea typeface="Arial"/>
                <a:cs typeface="Arial"/>
              </a:defRPr>
            </a:lvl4pPr>
            <a:lvl5pPr algn="l">
              <a:defRPr sz="1875" b="0">
                <a:solidFill>
                  <a:srgbClr val="526770"/>
                </a:solidFill>
                <a:latin typeface="Arial"/>
                <a:ea typeface="Arial"/>
                <a:cs typeface="Arial"/>
              </a:defRPr>
            </a:lvl5pPr>
            <a:lvl6pPr algn="l">
              <a:defRPr sz="1875" b="0">
                <a:solidFill>
                  <a:srgbClr val="526770"/>
                </a:solidFill>
                <a:latin typeface="Arial"/>
                <a:ea typeface="Arial"/>
                <a:cs typeface="Arial"/>
              </a:defRPr>
            </a:lvl6pPr>
            <a:lvl7pPr algn="l">
              <a:defRPr sz="1875" b="0">
                <a:solidFill>
                  <a:srgbClr val="526770"/>
                </a:solidFill>
                <a:latin typeface="Arial"/>
                <a:ea typeface="Arial"/>
                <a:cs typeface="Arial"/>
              </a:defRPr>
            </a:lvl7pPr>
            <a:lvl8pPr algn="l">
              <a:defRPr sz="1875" b="0">
                <a:solidFill>
                  <a:srgbClr val="526770"/>
                </a:solidFill>
                <a:latin typeface="Arial"/>
                <a:ea typeface="Arial"/>
                <a:cs typeface="Arial"/>
              </a:defRPr>
            </a:lvl8pPr>
            <a:lvl9pPr algn="l">
              <a:defRPr sz="1875" b="0">
                <a:solidFill>
                  <a:srgbClr val="526770"/>
                </a:solidFill>
                <a:latin typeface="Arial"/>
                <a:ea typeface="Arial"/>
                <a:cs typeface="Arial"/>
              </a:defRPr>
            </a:lvl9pPr>
          </a:lstStyle>
          <a:p>
            <a:pPr algn="l">
              <a:defRPr sz="1875" b="0">
                <a:solidFill>
                  <a:srgbClr val="526770"/>
                </a:solidFill>
                <a:latin typeface="Arial"/>
                <a:ea typeface="Arial"/>
                <a:cs typeface="Arial"/>
              </a:defRPr>
            </a:pPr>
            <a:r>
              <a:rPr sz="1875" b="0">
                <a:solidFill>
                  <a:srgbClr val="526770"/>
                </a:solidFill>
                <a:latin typeface="Arial"/>
                <a:ea typeface="Arial"/>
                <a:cs typeface="Arial"/>
              </a:rPr>
              <a:t>Selection: Handle a request for an untested feature.</a:t>
            </a:r>
          </a:p>
        </p:txBody>
      </p:sp>
      <p:sp>
        <p:nvSpPr>
          <p:cNvPr id="19" name="visual-271">
            <a:extLst>
              <a:ext uri="{FF2B5EF4-FFF2-40B4-BE49-F238E27FC236}">
                <a16:creationId xmlns:a16="http://schemas.microsoft.com/office/drawing/2014/main" id="{808DA9A8-5574-4B94-A714-BE87AC457DED}"/>
              </a:ext>
            </a:extLst>
          </p:cNvPr>
          <p:cNvSpPr>
            <a:spLocks noGrp="1"/>
          </p:cNvSpPr>
          <p:nvPr/>
        </p:nvSpPr>
        <p:spPr>
          <a:xfrm>
            <a:off x="571500" y="5391150"/>
            <a:ext cx="11001375" cy="333375"/>
          </a:xfrm>
          <a:prstGeom prst="rect">
            <a:avLst/>
          </a:prstGeom>
          <a:noFill/>
          <a:ln w="0">
            <a:noFill/>
            <a:prstDash val="solid"/>
          </a:ln>
        </p:spPr>
        <p:txBody>
          <a:bodyPr lIns="0" tIns="0" rIns="0" bIns="0" anchor="ctr"/>
          <a:lstStyle>
            <a:defPPr algn="l">
              <a:defRPr sz="1800" b="1">
                <a:solidFill>
                  <a:srgbClr val="132F3B"/>
                </a:solidFill>
                <a:latin typeface="Arial"/>
                <a:ea typeface="Arial"/>
                <a:cs typeface="Arial"/>
              </a:defRPr>
            </a:defPPr>
            <a:lvl1pPr algn="l">
              <a:defRPr sz="1800" b="1">
                <a:solidFill>
                  <a:srgbClr val="132F3B"/>
                </a:solidFill>
                <a:latin typeface="Arial"/>
                <a:ea typeface="Arial"/>
                <a:cs typeface="Arial"/>
              </a:defRPr>
            </a:lvl1pPr>
            <a:lvl2pPr algn="l">
              <a:defRPr sz="1800" b="1">
                <a:solidFill>
                  <a:srgbClr val="132F3B"/>
                </a:solidFill>
                <a:latin typeface="Arial"/>
                <a:ea typeface="Arial"/>
                <a:cs typeface="Arial"/>
              </a:defRPr>
            </a:lvl2pPr>
            <a:lvl3pPr algn="l">
              <a:defRPr sz="1800" b="1">
                <a:solidFill>
                  <a:srgbClr val="132F3B"/>
                </a:solidFill>
                <a:latin typeface="Arial"/>
                <a:ea typeface="Arial"/>
                <a:cs typeface="Arial"/>
              </a:defRPr>
            </a:lvl3pPr>
            <a:lvl4pPr algn="l">
              <a:defRPr sz="1800" b="1">
                <a:solidFill>
                  <a:srgbClr val="132F3B"/>
                </a:solidFill>
                <a:latin typeface="Arial"/>
                <a:ea typeface="Arial"/>
                <a:cs typeface="Arial"/>
              </a:defRPr>
            </a:lvl4pPr>
            <a:lvl5pPr algn="l">
              <a:defRPr sz="1800" b="1">
                <a:solidFill>
                  <a:srgbClr val="132F3B"/>
                </a:solidFill>
                <a:latin typeface="Arial"/>
                <a:ea typeface="Arial"/>
                <a:cs typeface="Arial"/>
              </a:defRPr>
            </a:lvl5pPr>
            <a:lvl6pPr algn="l">
              <a:defRPr sz="1800" b="1">
                <a:solidFill>
                  <a:srgbClr val="132F3B"/>
                </a:solidFill>
                <a:latin typeface="Arial"/>
                <a:ea typeface="Arial"/>
                <a:cs typeface="Arial"/>
              </a:defRPr>
            </a:lvl6pPr>
            <a:lvl7pPr algn="l">
              <a:defRPr sz="1800" b="1">
                <a:solidFill>
                  <a:srgbClr val="132F3B"/>
                </a:solidFill>
                <a:latin typeface="Arial"/>
                <a:ea typeface="Arial"/>
                <a:cs typeface="Arial"/>
              </a:defRPr>
            </a:lvl7pPr>
            <a:lvl8pPr algn="l">
              <a:defRPr sz="1800" b="1">
                <a:solidFill>
                  <a:srgbClr val="132F3B"/>
                </a:solidFill>
                <a:latin typeface="Arial"/>
                <a:ea typeface="Arial"/>
                <a:cs typeface="Arial"/>
              </a:defRPr>
            </a:lvl8pPr>
            <a:lvl9pPr algn="l">
              <a:defRPr sz="1800" b="1">
                <a:solidFill>
                  <a:srgbClr val="132F3B"/>
                </a:solidFill>
                <a:latin typeface="Arial"/>
                <a:ea typeface="Arial"/>
                <a:cs typeface="Arial"/>
              </a:defRPr>
            </a:lvl9pPr>
          </a:lstStyle>
          <a:p>
            <a:pPr algn="l">
              <a:defRPr sz="1800" b="1">
                <a:solidFill>
                  <a:srgbClr val="132F3B"/>
                </a:solidFill>
                <a:latin typeface="Arial"/>
                <a:ea typeface="Arial"/>
                <a:cs typeface="Arial"/>
              </a:defRPr>
            </a:pPr>
            <a:r>
              <a:rPr sz="1800" b="1">
                <a:solidFill>
                  <a:srgbClr val="132F3B"/>
                </a:solidFill>
                <a:latin typeface="Arial"/>
                <a:ea typeface="Arial"/>
                <a:cs typeface="Arial"/>
              </a:rPr>
              <a:t>Escalate pricing, consent and unsupported commitments.</a:t>
            </a:r>
          </a:p>
        </p:txBody>
      </p:sp>
    </p:spTree>
    <p:extLst>
      <p:ext uri="{BB962C8B-B14F-4D97-AF65-F5344CB8AC3E}">
        <p14:creationId xmlns:p14="http://schemas.microsoft.com/office/powerpoint/2010/main" val="1603337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visual-272">
            <a:extLst>
              <a:ext uri="{FF2B5EF4-FFF2-40B4-BE49-F238E27FC236}">
                <a16:creationId xmlns:a16="http://schemas.microsoft.com/office/drawing/2014/main" id="{8AD92E0E-05F9-4BA1-A493-806D1D6D6731}"/>
              </a:ext>
            </a:extLst>
          </p:cNvPr>
          <p:cNvSpPr>
            <a:spLocks noGrp="1"/>
          </p:cNvSpPr>
          <p:nvPr/>
        </p:nvSpPr>
        <p:spPr>
          <a:xfrm>
            <a:off x="0" y="0"/>
            <a:ext cx="133350" cy="6858000"/>
          </a:xfrm>
          <a:prstGeom prst="rect">
            <a:avLst/>
          </a:prstGeom>
          <a:solidFill>
            <a:schemeClr val="tx2">
              <a:lumMod val="75000"/>
            </a:schemeClr>
          </a:solidFill>
          <a:ln w="0">
            <a:noFill/>
            <a:prstDash val="solid"/>
          </a:ln>
        </p:spPr>
      </p:sp>
      <p:sp>
        <p:nvSpPr>
          <p:cNvPr id="2" name="visual-273">
            <a:extLst>
              <a:ext uri="{FF2B5EF4-FFF2-40B4-BE49-F238E27FC236}">
                <a16:creationId xmlns:a16="http://schemas.microsoft.com/office/drawing/2014/main" id="{7224C756-2B81-4E72-B002-C0F51532020C}"/>
              </a:ext>
            </a:extLst>
          </p:cNvPr>
          <p:cNvSpPr>
            <a:spLocks noGrp="1"/>
          </p:cNvSpPr>
          <p:nvPr/>
        </p:nvSpPr>
        <p:spPr>
          <a:xfrm>
            <a:off x="552450" y="333375"/>
            <a:ext cx="11068050" cy="952500"/>
          </a:xfrm>
          <a:prstGeom prst="rect">
            <a:avLst/>
          </a:prstGeom>
          <a:noFill/>
          <a:ln w="0">
            <a:noFill/>
            <a:prstDash val="solid"/>
          </a:ln>
        </p:spPr>
        <p:txBody>
          <a:bodyPr lIns="0" tIns="0" rIns="0" bIns="0" anchor="ctr"/>
          <a:lstStyle>
            <a:defPPr algn="l">
              <a:defRPr sz="3300" b="1">
                <a:solidFill>
                  <a:srgbClr val="F7F4ED"/>
                </a:solidFill>
                <a:latin typeface="Arial"/>
                <a:ea typeface="Arial"/>
                <a:cs typeface="Arial"/>
              </a:defRPr>
            </a:defPPr>
            <a:lvl1pPr algn="l">
              <a:defRPr sz="3300" b="1">
                <a:solidFill>
                  <a:srgbClr val="F7F4ED"/>
                </a:solidFill>
                <a:latin typeface="Arial"/>
                <a:ea typeface="Arial"/>
                <a:cs typeface="Arial"/>
              </a:defRPr>
            </a:lvl1pPr>
            <a:lvl2pPr algn="l">
              <a:defRPr sz="3300" b="1">
                <a:solidFill>
                  <a:srgbClr val="F7F4ED"/>
                </a:solidFill>
                <a:latin typeface="Arial"/>
                <a:ea typeface="Arial"/>
                <a:cs typeface="Arial"/>
              </a:defRPr>
            </a:lvl2pPr>
            <a:lvl3pPr algn="l">
              <a:defRPr sz="3300" b="1">
                <a:solidFill>
                  <a:srgbClr val="F7F4ED"/>
                </a:solidFill>
                <a:latin typeface="Arial"/>
                <a:ea typeface="Arial"/>
                <a:cs typeface="Arial"/>
              </a:defRPr>
            </a:lvl3pPr>
            <a:lvl4pPr algn="l">
              <a:defRPr sz="3300" b="1">
                <a:solidFill>
                  <a:srgbClr val="F7F4ED"/>
                </a:solidFill>
                <a:latin typeface="Arial"/>
                <a:ea typeface="Arial"/>
                <a:cs typeface="Arial"/>
              </a:defRPr>
            </a:lvl4pPr>
            <a:lvl5pPr algn="l">
              <a:defRPr sz="3300" b="1">
                <a:solidFill>
                  <a:srgbClr val="F7F4ED"/>
                </a:solidFill>
                <a:latin typeface="Arial"/>
                <a:ea typeface="Arial"/>
                <a:cs typeface="Arial"/>
              </a:defRPr>
            </a:lvl5pPr>
            <a:lvl6pPr algn="l">
              <a:defRPr sz="3300" b="1">
                <a:solidFill>
                  <a:srgbClr val="F7F4ED"/>
                </a:solidFill>
                <a:latin typeface="Arial"/>
                <a:ea typeface="Arial"/>
                <a:cs typeface="Arial"/>
              </a:defRPr>
            </a:lvl6pPr>
            <a:lvl7pPr algn="l">
              <a:defRPr sz="3300" b="1">
                <a:solidFill>
                  <a:srgbClr val="F7F4ED"/>
                </a:solidFill>
                <a:latin typeface="Arial"/>
                <a:ea typeface="Arial"/>
                <a:cs typeface="Arial"/>
              </a:defRPr>
            </a:lvl7pPr>
            <a:lvl8pPr algn="l">
              <a:defRPr sz="3300" b="1">
                <a:solidFill>
                  <a:srgbClr val="F7F4ED"/>
                </a:solidFill>
                <a:latin typeface="Arial"/>
                <a:ea typeface="Arial"/>
                <a:cs typeface="Arial"/>
              </a:defRPr>
            </a:lvl8pPr>
            <a:lvl9pPr algn="l">
              <a:defRPr sz="3300" b="1">
                <a:solidFill>
                  <a:srgbClr val="F7F4ED"/>
                </a:solidFill>
                <a:latin typeface="Arial"/>
                <a:ea typeface="Arial"/>
                <a:cs typeface="Arial"/>
              </a:defRPr>
            </a:lvl9pPr>
          </a:lstStyle>
          <a:p>
            <a:pPr algn="l">
              <a:defRPr sz="3300" b="1">
                <a:solidFill>
                  <a:srgbClr val="F7F4ED"/>
                </a:solidFill>
                <a:latin typeface="Arial"/>
                <a:ea typeface="Arial"/>
                <a:cs typeface="Arial"/>
              </a:defRPr>
            </a:pPr>
            <a:r>
              <a:rPr sz="3300" b="1" dirty="0">
                <a:solidFill>
                  <a:schemeClr val="bg2">
                    <a:lumMod val="25000"/>
                  </a:schemeClr>
                </a:solidFill>
                <a:latin typeface="Arial"/>
                <a:ea typeface="Arial"/>
                <a:cs typeface="Arial"/>
              </a:rPr>
              <a:t>Service Operations for Legacy Backfill</a:t>
            </a:r>
          </a:p>
        </p:txBody>
      </p:sp>
      <p:sp>
        <p:nvSpPr>
          <p:cNvPr id="3" name="visual-274">
            <a:extLst>
              <a:ext uri="{FF2B5EF4-FFF2-40B4-BE49-F238E27FC236}">
                <a16:creationId xmlns:a16="http://schemas.microsoft.com/office/drawing/2014/main" id="{C505A596-334A-4AEB-9F6D-E6536FF0DA95}"/>
              </a:ext>
            </a:extLst>
          </p:cNvPr>
          <p:cNvSpPr>
            <a:spLocks noGrp="1"/>
          </p:cNvSpPr>
          <p:nvPr/>
        </p:nvSpPr>
        <p:spPr>
          <a:xfrm>
            <a:off x="571500" y="1304925"/>
            <a:ext cx="11001375" cy="495300"/>
          </a:xfrm>
          <a:prstGeom prst="rect">
            <a:avLst/>
          </a:prstGeom>
          <a:noFill/>
          <a:ln w="0">
            <a:noFill/>
            <a:prstDash val="solid"/>
          </a:ln>
        </p:spPr>
        <p:txBody>
          <a:bodyPr lIns="0" tIns="0" rIns="0" bIns="0" anchor="ctr"/>
          <a:lstStyle>
            <a:defPPr algn="l">
              <a:defRPr sz="1800" b="0">
                <a:solidFill>
                  <a:srgbClr val="BDD4D4"/>
                </a:solidFill>
                <a:latin typeface="Arial"/>
                <a:ea typeface="Arial"/>
                <a:cs typeface="Arial"/>
              </a:defRPr>
            </a:defPPr>
            <a:lvl1pPr algn="l">
              <a:defRPr sz="1800" b="0">
                <a:solidFill>
                  <a:srgbClr val="BDD4D4"/>
                </a:solidFill>
                <a:latin typeface="Arial"/>
                <a:ea typeface="Arial"/>
                <a:cs typeface="Arial"/>
              </a:defRPr>
            </a:lvl1pPr>
            <a:lvl2pPr algn="l">
              <a:defRPr sz="1800" b="0">
                <a:solidFill>
                  <a:srgbClr val="BDD4D4"/>
                </a:solidFill>
                <a:latin typeface="Arial"/>
                <a:ea typeface="Arial"/>
                <a:cs typeface="Arial"/>
              </a:defRPr>
            </a:lvl2pPr>
            <a:lvl3pPr algn="l">
              <a:defRPr sz="1800" b="0">
                <a:solidFill>
                  <a:srgbClr val="BDD4D4"/>
                </a:solidFill>
                <a:latin typeface="Arial"/>
                <a:ea typeface="Arial"/>
                <a:cs typeface="Arial"/>
              </a:defRPr>
            </a:lvl3pPr>
            <a:lvl4pPr algn="l">
              <a:defRPr sz="1800" b="0">
                <a:solidFill>
                  <a:srgbClr val="BDD4D4"/>
                </a:solidFill>
                <a:latin typeface="Arial"/>
                <a:ea typeface="Arial"/>
                <a:cs typeface="Arial"/>
              </a:defRPr>
            </a:lvl4pPr>
            <a:lvl5pPr algn="l">
              <a:defRPr sz="1800" b="0">
                <a:solidFill>
                  <a:srgbClr val="BDD4D4"/>
                </a:solidFill>
                <a:latin typeface="Arial"/>
                <a:ea typeface="Arial"/>
                <a:cs typeface="Arial"/>
              </a:defRPr>
            </a:lvl5pPr>
            <a:lvl6pPr algn="l">
              <a:defRPr sz="1800" b="0">
                <a:solidFill>
                  <a:srgbClr val="BDD4D4"/>
                </a:solidFill>
                <a:latin typeface="Arial"/>
                <a:ea typeface="Arial"/>
                <a:cs typeface="Arial"/>
              </a:defRPr>
            </a:lvl6pPr>
            <a:lvl7pPr algn="l">
              <a:defRPr sz="1800" b="0">
                <a:solidFill>
                  <a:srgbClr val="BDD4D4"/>
                </a:solidFill>
                <a:latin typeface="Arial"/>
                <a:ea typeface="Arial"/>
                <a:cs typeface="Arial"/>
              </a:defRPr>
            </a:lvl7pPr>
            <a:lvl8pPr algn="l">
              <a:defRPr sz="1800" b="0">
                <a:solidFill>
                  <a:srgbClr val="BDD4D4"/>
                </a:solidFill>
                <a:latin typeface="Arial"/>
                <a:ea typeface="Arial"/>
                <a:cs typeface="Arial"/>
              </a:defRPr>
            </a:lvl8pPr>
            <a:lvl9pPr algn="l">
              <a:defRPr sz="1800" b="0">
                <a:solidFill>
                  <a:srgbClr val="BDD4D4"/>
                </a:solidFill>
                <a:latin typeface="Arial"/>
                <a:ea typeface="Arial"/>
                <a:cs typeface="Arial"/>
              </a:defRPr>
            </a:lvl9pPr>
          </a:lstStyle>
          <a:p>
            <a:pPr algn="l">
              <a:defRPr sz="1800" b="0">
                <a:solidFill>
                  <a:srgbClr val="BDD4D4"/>
                </a:solidFill>
                <a:latin typeface="Arial"/>
                <a:ea typeface="Arial"/>
                <a:cs typeface="Arial"/>
              </a:defRPr>
            </a:pPr>
            <a:r>
              <a:rPr sz="1800" b="0" dirty="0">
                <a:solidFill>
                  <a:schemeClr val="bg2">
                    <a:lumMod val="25000"/>
                  </a:schemeClr>
                </a:solidFill>
                <a:latin typeface="Arial"/>
                <a:ea typeface="Arial"/>
                <a:cs typeface="Arial"/>
              </a:rPr>
              <a:t>Existing service continues during internal moves</a:t>
            </a:r>
          </a:p>
        </p:txBody>
      </p:sp>
      <p:sp>
        <p:nvSpPr>
          <p:cNvPr id="4" name="visual-275">
            <a:extLst>
              <a:ext uri="{FF2B5EF4-FFF2-40B4-BE49-F238E27FC236}">
                <a16:creationId xmlns:a16="http://schemas.microsoft.com/office/drawing/2014/main" id="{C572A82D-3CAE-48B1-B3DB-14F5606312C5}"/>
              </a:ext>
            </a:extLst>
          </p:cNvPr>
          <p:cNvSpPr>
            <a:spLocks noGrp="1"/>
          </p:cNvSpPr>
          <p:nvPr/>
        </p:nvSpPr>
        <p:spPr>
          <a:xfrm>
            <a:off x="571500" y="5772150"/>
            <a:ext cx="11001375" cy="19050"/>
          </a:xfrm>
          <a:prstGeom prst="rect">
            <a:avLst/>
          </a:prstGeom>
          <a:solidFill>
            <a:srgbClr val="45616A"/>
          </a:solidFill>
          <a:ln w="0">
            <a:noFill/>
            <a:prstDash val="solid"/>
          </a:ln>
        </p:spPr>
      </p:sp>
      <p:sp>
        <p:nvSpPr>
          <p:cNvPr id="5" name="visual-276">
            <a:extLst>
              <a:ext uri="{FF2B5EF4-FFF2-40B4-BE49-F238E27FC236}">
                <a16:creationId xmlns:a16="http://schemas.microsoft.com/office/drawing/2014/main" id="{3A3CCD31-6001-4AB4-AB5D-0D446715883A}"/>
              </a:ext>
            </a:extLst>
          </p:cNvPr>
          <p:cNvSpPr>
            <a:spLocks noGrp="1"/>
          </p:cNvSpPr>
          <p:nvPr/>
        </p:nvSpPr>
        <p:spPr>
          <a:xfrm>
            <a:off x="571500" y="5895975"/>
            <a:ext cx="11001375" cy="485775"/>
          </a:xfrm>
          <a:prstGeom prst="rect">
            <a:avLst/>
          </a:prstGeom>
          <a:noFill/>
          <a:ln w="0">
            <a:noFill/>
            <a:prstDash val="solid"/>
          </a:ln>
        </p:spPr>
        <p:txBody>
          <a:bodyPr lIns="0" tIns="0" rIns="0" bIns="0" anchor="ctr"/>
          <a:lstStyle>
            <a:defPPr algn="l">
              <a:defRPr sz="1950" b="1">
                <a:solidFill>
                  <a:srgbClr val="E7BC73"/>
                </a:solidFill>
                <a:latin typeface="Arial"/>
                <a:ea typeface="Arial"/>
                <a:cs typeface="Arial"/>
              </a:defRPr>
            </a:defPPr>
            <a:lvl1pPr algn="l">
              <a:defRPr sz="1950" b="1">
                <a:solidFill>
                  <a:srgbClr val="E7BC73"/>
                </a:solidFill>
                <a:latin typeface="Arial"/>
                <a:ea typeface="Arial"/>
                <a:cs typeface="Arial"/>
              </a:defRPr>
            </a:lvl1pPr>
            <a:lvl2pPr algn="l">
              <a:defRPr sz="1950" b="1">
                <a:solidFill>
                  <a:srgbClr val="E7BC73"/>
                </a:solidFill>
                <a:latin typeface="Arial"/>
                <a:ea typeface="Arial"/>
                <a:cs typeface="Arial"/>
              </a:defRPr>
            </a:lvl2pPr>
            <a:lvl3pPr algn="l">
              <a:defRPr sz="1950" b="1">
                <a:solidFill>
                  <a:srgbClr val="E7BC73"/>
                </a:solidFill>
                <a:latin typeface="Arial"/>
                <a:ea typeface="Arial"/>
                <a:cs typeface="Arial"/>
              </a:defRPr>
            </a:lvl3pPr>
            <a:lvl4pPr algn="l">
              <a:defRPr sz="1950" b="1">
                <a:solidFill>
                  <a:srgbClr val="E7BC73"/>
                </a:solidFill>
                <a:latin typeface="Arial"/>
                <a:ea typeface="Arial"/>
                <a:cs typeface="Arial"/>
              </a:defRPr>
            </a:lvl4pPr>
            <a:lvl5pPr algn="l">
              <a:defRPr sz="1950" b="1">
                <a:solidFill>
                  <a:srgbClr val="E7BC73"/>
                </a:solidFill>
                <a:latin typeface="Arial"/>
                <a:ea typeface="Arial"/>
                <a:cs typeface="Arial"/>
              </a:defRPr>
            </a:lvl5pPr>
            <a:lvl6pPr algn="l">
              <a:defRPr sz="1950" b="1">
                <a:solidFill>
                  <a:srgbClr val="E7BC73"/>
                </a:solidFill>
                <a:latin typeface="Arial"/>
                <a:ea typeface="Arial"/>
                <a:cs typeface="Arial"/>
              </a:defRPr>
            </a:lvl6pPr>
            <a:lvl7pPr algn="l">
              <a:defRPr sz="1950" b="1">
                <a:solidFill>
                  <a:srgbClr val="E7BC73"/>
                </a:solidFill>
                <a:latin typeface="Arial"/>
                <a:ea typeface="Arial"/>
                <a:cs typeface="Arial"/>
              </a:defRPr>
            </a:lvl7pPr>
            <a:lvl8pPr algn="l">
              <a:defRPr sz="1950" b="1">
                <a:solidFill>
                  <a:srgbClr val="E7BC73"/>
                </a:solidFill>
                <a:latin typeface="Arial"/>
                <a:ea typeface="Arial"/>
                <a:cs typeface="Arial"/>
              </a:defRPr>
            </a:lvl8pPr>
            <a:lvl9pPr algn="l">
              <a:defRPr sz="1950" b="1">
                <a:solidFill>
                  <a:srgbClr val="E7BC73"/>
                </a:solidFill>
                <a:latin typeface="Arial"/>
                <a:ea typeface="Arial"/>
                <a:cs typeface="Arial"/>
              </a:defRPr>
            </a:lvl9pPr>
          </a:lstStyle>
          <a:p>
            <a:pPr algn="l">
              <a:defRPr sz="1950" b="1">
                <a:solidFill>
                  <a:srgbClr val="E7BC73"/>
                </a:solidFill>
                <a:latin typeface="Arial"/>
                <a:ea typeface="Arial"/>
                <a:cs typeface="Arial"/>
              </a:defRPr>
            </a:pPr>
            <a:r>
              <a:rPr sz="1950" b="1" dirty="0">
                <a:solidFill>
                  <a:schemeClr val="accent1">
                    <a:lumMod val="75000"/>
                  </a:schemeClr>
                </a:solidFill>
                <a:latin typeface="Arial"/>
                <a:ea typeface="Arial"/>
                <a:cs typeface="Arial"/>
              </a:rPr>
              <a:t>A ready replacement and continuous legacy service.</a:t>
            </a:r>
          </a:p>
        </p:txBody>
      </p:sp>
      <p:sp>
        <p:nvSpPr>
          <p:cNvPr id="6" name="visual-277">
            <a:extLst>
              <a:ext uri="{FF2B5EF4-FFF2-40B4-BE49-F238E27FC236}">
                <a16:creationId xmlns:a16="http://schemas.microsoft.com/office/drawing/2014/main" id="{21DC1F2A-7A0E-4CB0-9115-0A87771DFD97}"/>
              </a:ext>
            </a:extLst>
          </p:cNvPr>
          <p:cNvSpPr>
            <a:spLocks noGrp="1"/>
          </p:cNvSpPr>
          <p:nvPr/>
        </p:nvSpPr>
        <p:spPr>
          <a:xfrm>
            <a:off x="571500" y="6496050"/>
            <a:ext cx="11001375" cy="190500"/>
          </a:xfrm>
          <a:prstGeom prst="rect">
            <a:avLst/>
          </a:prstGeom>
          <a:noFill/>
          <a:ln w="0">
            <a:noFill/>
            <a:prstDash val="solid"/>
          </a:ln>
        </p:spPr>
        <p:txBody>
          <a:bodyPr lIns="0" tIns="0" rIns="0" bIns="0" anchor="ctr"/>
          <a:lstStyle>
            <a:defPPr algn="r">
              <a:defRPr sz="1200" b="0">
                <a:solidFill>
                  <a:srgbClr val="BDD4D4"/>
                </a:solidFill>
                <a:latin typeface="Arial"/>
                <a:ea typeface="Arial"/>
                <a:cs typeface="Arial"/>
              </a:defRPr>
            </a:defPPr>
            <a:lvl1pPr algn="r">
              <a:defRPr sz="1200" b="0">
                <a:solidFill>
                  <a:srgbClr val="BDD4D4"/>
                </a:solidFill>
                <a:latin typeface="Arial"/>
                <a:ea typeface="Arial"/>
                <a:cs typeface="Arial"/>
              </a:defRPr>
            </a:lvl1pPr>
            <a:lvl2pPr algn="r">
              <a:defRPr sz="1200" b="0">
                <a:solidFill>
                  <a:srgbClr val="BDD4D4"/>
                </a:solidFill>
                <a:latin typeface="Arial"/>
                <a:ea typeface="Arial"/>
                <a:cs typeface="Arial"/>
              </a:defRPr>
            </a:lvl2pPr>
            <a:lvl3pPr algn="r">
              <a:defRPr sz="1200" b="0">
                <a:solidFill>
                  <a:srgbClr val="BDD4D4"/>
                </a:solidFill>
                <a:latin typeface="Arial"/>
                <a:ea typeface="Arial"/>
                <a:cs typeface="Arial"/>
              </a:defRPr>
            </a:lvl3pPr>
            <a:lvl4pPr algn="r">
              <a:defRPr sz="1200" b="0">
                <a:solidFill>
                  <a:srgbClr val="BDD4D4"/>
                </a:solidFill>
                <a:latin typeface="Arial"/>
                <a:ea typeface="Arial"/>
                <a:cs typeface="Arial"/>
              </a:defRPr>
            </a:lvl4pPr>
            <a:lvl5pPr algn="r">
              <a:defRPr sz="1200" b="0">
                <a:solidFill>
                  <a:srgbClr val="BDD4D4"/>
                </a:solidFill>
                <a:latin typeface="Arial"/>
                <a:ea typeface="Arial"/>
                <a:cs typeface="Arial"/>
              </a:defRPr>
            </a:lvl5pPr>
            <a:lvl6pPr algn="r">
              <a:defRPr sz="1200" b="0">
                <a:solidFill>
                  <a:srgbClr val="BDD4D4"/>
                </a:solidFill>
                <a:latin typeface="Arial"/>
                <a:ea typeface="Arial"/>
                <a:cs typeface="Arial"/>
              </a:defRPr>
            </a:lvl6pPr>
            <a:lvl7pPr algn="r">
              <a:defRPr sz="1200" b="0">
                <a:solidFill>
                  <a:srgbClr val="BDD4D4"/>
                </a:solidFill>
                <a:latin typeface="Arial"/>
                <a:ea typeface="Arial"/>
                <a:cs typeface="Arial"/>
              </a:defRPr>
            </a:lvl7pPr>
            <a:lvl8pPr algn="r">
              <a:defRPr sz="1200" b="0">
                <a:solidFill>
                  <a:srgbClr val="BDD4D4"/>
                </a:solidFill>
                <a:latin typeface="Arial"/>
                <a:ea typeface="Arial"/>
                <a:cs typeface="Arial"/>
              </a:defRPr>
            </a:lvl8pPr>
            <a:lvl9pPr algn="r">
              <a:defRPr sz="1200" b="0">
                <a:solidFill>
                  <a:srgbClr val="BDD4D4"/>
                </a:solidFill>
                <a:latin typeface="Arial"/>
                <a:ea typeface="Arial"/>
                <a:cs typeface="Arial"/>
              </a:defRPr>
            </a:lvl9pPr>
          </a:lstStyle>
          <a:p>
            <a:pPr algn="r">
              <a:defRPr sz="1200" b="0">
                <a:solidFill>
                  <a:srgbClr val="BDD4D4"/>
                </a:solidFill>
                <a:latin typeface="Arial"/>
                <a:ea typeface="Arial"/>
                <a:cs typeface="Arial"/>
              </a:defRPr>
            </a:pPr>
            <a:r>
              <a:rPr sz="1200" b="0" dirty="0">
                <a:solidFill>
                  <a:srgbClr val="BDD4D4"/>
                </a:solidFill>
                <a:latin typeface="Arial"/>
                <a:ea typeface="Arial"/>
                <a:cs typeface="Arial"/>
              </a:rPr>
              <a:t> 17 / 17</a:t>
            </a:r>
          </a:p>
        </p:txBody>
      </p:sp>
      <p:sp>
        <p:nvSpPr>
          <p:cNvPr id="7" name="visual-278">
            <a:extLst>
              <a:ext uri="{FF2B5EF4-FFF2-40B4-BE49-F238E27FC236}">
                <a16:creationId xmlns:a16="http://schemas.microsoft.com/office/drawing/2014/main" id="{768F58DD-9BEE-4050-9120-3ADE26496163}"/>
              </a:ext>
            </a:extLst>
          </p:cNvPr>
          <p:cNvSpPr>
            <a:spLocks noGrp="1"/>
          </p:cNvSpPr>
          <p:nvPr/>
        </p:nvSpPr>
        <p:spPr>
          <a:xfrm>
            <a:off x="571500" y="1971675"/>
            <a:ext cx="2762250" cy="1190625"/>
          </a:xfrm>
          <a:prstGeom prst="rect">
            <a:avLst/>
          </a:prstGeom>
          <a:noFill/>
          <a:ln w="0">
            <a:noFill/>
            <a:prstDash val="solid"/>
          </a:ln>
        </p:spPr>
        <p:txBody>
          <a:bodyPr lIns="0" tIns="0" rIns="0" bIns="0" anchor="ctr"/>
          <a:lstStyle>
            <a:defPPr algn="l">
              <a:defRPr sz="7725" b="1">
                <a:solidFill>
                  <a:srgbClr val="D5A957"/>
                </a:solidFill>
                <a:latin typeface="Arial"/>
                <a:ea typeface="Arial"/>
                <a:cs typeface="Arial"/>
              </a:defRPr>
            </a:defPPr>
            <a:lvl1pPr algn="l">
              <a:defRPr sz="7725" b="1">
                <a:solidFill>
                  <a:srgbClr val="D5A957"/>
                </a:solidFill>
                <a:latin typeface="Arial"/>
                <a:ea typeface="Arial"/>
                <a:cs typeface="Arial"/>
              </a:defRPr>
            </a:lvl1pPr>
            <a:lvl2pPr algn="l">
              <a:defRPr sz="7725" b="1">
                <a:solidFill>
                  <a:srgbClr val="D5A957"/>
                </a:solidFill>
                <a:latin typeface="Arial"/>
                <a:ea typeface="Arial"/>
                <a:cs typeface="Arial"/>
              </a:defRPr>
            </a:lvl2pPr>
            <a:lvl3pPr algn="l">
              <a:defRPr sz="7725" b="1">
                <a:solidFill>
                  <a:srgbClr val="D5A957"/>
                </a:solidFill>
                <a:latin typeface="Arial"/>
                <a:ea typeface="Arial"/>
                <a:cs typeface="Arial"/>
              </a:defRPr>
            </a:lvl3pPr>
            <a:lvl4pPr algn="l">
              <a:defRPr sz="7725" b="1">
                <a:solidFill>
                  <a:srgbClr val="D5A957"/>
                </a:solidFill>
                <a:latin typeface="Arial"/>
                <a:ea typeface="Arial"/>
                <a:cs typeface="Arial"/>
              </a:defRPr>
            </a:lvl4pPr>
            <a:lvl5pPr algn="l">
              <a:defRPr sz="7725" b="1">
                <a:solidFill>
                  <a:srgbClr val="D5A957"/>
                </a:solidFill>
                <a:latin typeface="Arial"/>
                <a:ea typeface="Arial"/>
                <a:cs typeface="Arial"/>
              </a:defRPr>
            </a:lvl5pPr>
            <a:lvl6pPr algn="l">
              <a:defRPr sz="7725" b="1">
                <a:solidFill>
                  <a:srgbClr val="D5A957"/>
                </a:solidFill>
                <a:latin typeface="Arial"/>
                <a:ea typeface="Arial"/>
                <a:cs typeface="Arial"/>
              </a:defRPr>
            </a:lvl6pPr>
            <a:lvl7pPr algn="l">
              <a:defRPr sz="7725" b="1">
                <a:solidFill>
                  <a:srgbClr val="D5A957"/>
                </a:solidFill>
                <a:latin typeface="Arial"/>
                <a:ea typeface="Arial"/>
                <a:cs typeface="Arial"/>
              </a:defRPr>
            </a:lvl7pPr>
            <a:lvl8pPr algn="l">
              <a:defRPr sz="7725" b="1">
                <a:solidFill>
                  <a:srgbClr val="D5A957"/>
                </a:solidFill>
                <a:latin typeface="Arial"/>
                <a:ea typeface="Arial"/>
                <a:cs typeface="Arial"/>
              </a:defRPr>
            </a:lvl8pPr>
            <a:lvl9pPr algn="l">
              <a:defRPr sz="7725" b="1">
                <a:solidFill>
                  <a:srgbClr val="D5A957"/>
                </a:solidFill>
                <a:latin typeface="Arial"/>
                <a:ea typeface="Arial"/>
                <a:cs typeface="Arial"/>
              </a:defRPr>
            </a:lvl9pPr>
          </a:lstStyle>
          <a:p>
            <a:pPr algn="l">
              <a:defRPr sz="7725" b="1">
                <a:solidFill>
                  <a:srgbClr val="D5A957"/>
                </a:solidFill>
                <a:latin typeface="Arial"/>
                <a:ea typeface="Arial"/>
                <a:cs typeface="Arial"/>
              </a:defRPr>
            </a:pPr>
            <a:r>
              <a:rPr sz="7725" b="1" dirty="0">
                <a:solidFill>
                  <a:schemeClr val="accent1">
                    <a:lumMod val="75000"/>
                  </a:schemeClr>
                </a:solidFill>
                <a:latin typeface="Arial"/>
                <a:ea typeface="Arial"/>
                <a:cs typeface="Arial"/>
              </a:rPr>
              <a:t>40</a:t>
            </a:r>
          </a:p>
        </p:txBody>
      </p:sp>
      <p:sp>
        <p:nvSpPr>
          <p:cNvPr id="8" name="visual-279">
            <a:extLst>
              <a:ext uri="{FF2B5EF4-FFF2-40B4-BE49-F238E27FC236}">
                <a16:creationId xmlns:a16="http://schemas.microsoft.com/office/drawing/2014/main" id="{6774D777-398E-4208-9847-C6E4550213A6}"/>
              </a:ext>
            </a:extLst>
          </p:cNvPr>
          <p:cNvSpPr>
            <a:spLocks noGrp="1"/>
          </p:cNvSpPr>
          <p:nvPr/>
        </p:nvSpPr>
        <p:spPr>
          <a:xfrm>
            <a:off x="619125" y="3190875"/>
            <a:ext cx="2762250" cy="428625"/>
          </a:xfrm>
          <a:prstGeom prst="rect">
            <a:avLst/>
          </a:prstGeom>
          <a:noFill/>
          <a:ln w="0">
            <a:noFill/>
            <a:prstDash val="solid"/>
          </a:ln>
        </p:spPr>
        <p:txBody>
          <a:bodyPr lIns="0" tIns="0" rIns="0" bIns="0" anchor="ctr"/>
          <a:lstStyle>
            <a:defPPr algn="l">
              <a:defRPr sz="2175" b="1">
                <a:solidFill>
                  <a:srgbClr val="F7F4ED"/>
                </a:solidFill>
                <a:latin typeface="Arial"/>
                <a:ea typeface="Arial"/>
                <a:cs typeface="Arial"/>
              </a:defRPr>
            </a:defPPr>
            <a:lvl1pPr algn="l">
              <a:defRPr sz="2175" b="1">
                <a:solidFill>
                  <a:srgbClr val="F7F4ED"/>
                </a:solidFill>
                <a:latin typeface="Arial"/>
                <a:ea typeface="Arial"/>
                <a:cs typeface="Arial"/>
              </a:defRPr>
            </a:lvl1pPr>
            <a:lvl2pPr algn="l">
              <a:defRPr sz="2175" b="1">
                <a:solidFill>
                  <a:srgbClr val="F7F4ED"/>
                </a:solidFill>
                <a:latin typeface="Arial"/>
                <a:ea typeface="Arial"/>
                <a:cs typeface="Arial"/>
              </a:defRPr>
            </a:lvl2pPr>
            <a:lvl3pPr algn="l">
              <a:defRPr sz="2175" b="1">
                <a:solidFill>
                  <a:srgbClr val="F7F4ED"/>
                </a:solidFill>
                <a:latin typeface="Arial"/>
                <a:ea typeface="Arial"/>
                <a:cs typeface="Arial"/>
              </a:defRPr>
            </a:lvl3pPr>
            <a:lvl4pPr algn="l">
              <a:defRPr sz="2175" b="1">
                <a:solidFill>
                  <a:srgbClr val="F7F4ED"/>
                </a:solidFill>
                <a:latin typeface="Arial"/>
                <a:ea typeface="Arial"/>
                <a:cs typeface="Arial"/>
              </a:defRPr>
            </a:lvl4pPr>
            <a:lvl5pPr algn="l">
              <a:defRPr sz="2175" b="1">
                <a:solidFill>
                  <a:srgbClr val="F7F4ED"/>
                </a:solidFill>
                <a:latin typeface="Arial"/>
                <a:ea typeface="Arial"/>
                <a:cs typeface="Arial"/>
              </a:defRPr>
            </a:lvl5pPr>
            <a:lvl6pPr algn="l">
              <a:defRPr sz="2175" b="1">
                <a:solidFill>
                  <a:srgbClr val="F7F4ED"/>
                </a:solidFill>
                <a:latin typeface="Arial"/>
                <a:ea typeface="Arial"/>
                <a:cs typeface="Arial"/>
              </a:defRPr>
            </a:lvl6pPr>
            <a:lvl7pPr algn="l">
              <a:defRPr sz="2175" b="1">
                <a:solidFill>
                  <a:srgbClr val="F7F4ED"/>
                </a:solidFill>
                <a:latin typeface="Arial"/>
                <a:ea typeface="Arial"/>
                <a:cs typeface="Arial"/>
              </a:defRPr>
            </a:lvl7pPr>
            <a:lvl8pPr algn="l">
              <a:defRPr sz="2175" b="1">
                <a:solidFill>
                  <a:srgbClr val="F7F4ED"/>
                </a:solidFill>
                <a:latin typeface="Arial"/>
                <a:ea typeface="Arial"/>
                <a:cs typeface="Arial"/>
              </a:defRPr>
            </a:lvl8pPr>
            <a:lvl9pPr algn="l">
              <a:defRPr sz="2175" b="1">
                <a:solidFill>
                  <a:srgbClr val="F7F4ED"/>
                </a:solidFill>
                <a:latin typeface="Arial"/>
                <a:ea typeface="Arial"/>
                <a:cs typeface="Arial"/>
              </a:defRPr>
            </a:lvl9pPr>
          </a:lstStyle>
          <a:p>
            <a:pPr algn="l">
              <a:defRPr sz="2175" b="1">
                <a:solidFill>
                  <a:srgbClr val="F7F4ED"/>
                </a:solidFill>
                <a:latin typeface="Arial"/>
                <a:ea typeface="Arial"/>
                <a:cs typeface="Arial"/>
              </a:defRPr>
            </a:pPr>
            <a:r>
              <a:rPr sz="2175" b="1" dirty="0">
                <a:solidFill>
                  <a:schemeClr val="tx1">
                    <a:lumMod val="85000"/>
                    <a:lumOff val="15000"/>
                  </a:schemeClr>
                </a:solidFill>
                <a:latin typeface="Arial"/>
                <a:ea typeface="Arial"/>
                <a:cs typeface="Arial"/>
              </a:rPr>
              <a:t>planned hires</a:t>
            </a:r>
          </a:p>
        </p:txBody>
      </p:sp>
      <p:sp>
        <p:nvSpPr>
          <p:cNvPr id="9" name="visual-280">
            <a:extLst>
              <a:ext uri="{FF2B5EF4-FFF2-40B4-BE49-F238E27FC236}">
                <a16:creationId xmlns:a16="http://schemas.microsoft.com/office/drawing/2014/main" id="{D5B8152B-F00B-47E8-AD0D-36D567C2816A}"/>
              </a:ext>
            </a:extLst>
          </p:cNvPr>
          <p:cNvSpPr>
            <a:spLocks noGrp="1"/>
          </p:cNvSpPr>
          <p:nvPr/>
        </p:nvSpPr>
        <p:spPr>
          <a:xfrm>
            <a:off x="619125" y="3810000"/>
            <a:ext cx="2714625" cy="1200150"/>
          </a:xfrm>
          <a:prstGeom prst="rect">
            <a:avLst/>
          </a:prstGeom>
          <a:noFill/>
          <a:ln w="0">
            <a:noFill/>
            <a:prstDash val="solid"/>
          </a:ln>
        </p:spPr>
        <p:txBody>
          <a:bodyPr lIns="0" tIns="0" rIns="0" bIns="0" anchor="ctr"/>
          <a:lstStyle>
            <a:defPPr algn="l">
              <a:defRPr sz="2100" b="0">
                <a:solidFill>
                  <a:srgbClr val="BDD4D4"/>
                </a:solidFill>
                <a:latin typeface="Arial"/>
                <a:ea typeface="Arial"/>
                <a:cs typeface="Arial"/>
              </a:defRPr>
            </a:defPPr>
            <a:lvl1pPr algn="l">
              <a:defRPr sz="2100" b="0">
                <a:solidFill>
                  <a:srgbClr val="BDD4D4"/>
                </a:solidFill>
                <a:latin typeface="Arial"/>
                <a:ea typeface="Arial"/>
                <a:cs typeface="Arial"/>
              </a:defRPr>
            </a:lvl1pPr>
            <a:lvl2pPr algn="l">
              <a:defRPr sz="2100" b="0">
                <a:solidFill>
                  <a:srgbClr val="BDD4D4"/>
                </a:solidFill>
                <a:latin typeface="Arial"/>
                <a:ea typeface="Arial"/>
                <a:cs typeface="Arial"/>
              </a:defRPr>
            </a:lvl2pPr>
            <a:lvl3pPr algn="l">
              <a:defRPr sz="2100" b="0">
                <a:solidFill>
                  <a:srgbClr val="BDD4D4"/>
                </a:solidFill>
                <a:latin typeface="Arial"/>
                <a:ea typeface="Arial"/>
                <a:cs typeface="Arial"/>
              </a:defRPr>
            </a:lvl3pPr>
            <a:lvl4pPr algn="l">
              <a:defRPr sz="2100" b="0">
                <a:solidFill>
                  <a:srgbClr val="BDD4D4"/>
                </a:solidFill>
                <a:latin typeface="Arial"/>
                <a:ea typeface="Arial"/>
                <a:cs typeface="Arial"/>
              </a:defRPr>
            </a:lvl4pPr>
            <a:lvl5pPr algn="l">
              <a:defRPr sz="2100" b="0">
                <a:solidFill>
                  <a:srgbClr val="BDD4D4"/>
                </a:solidFill>
                <a:latin typeface="Arial"/>
                <a:ea typeface="Arial"/>
                <a:cs typeface="Arial"/>
              </a:defRPr>
            </a:lvl5pPr>
            <a:lvl6pPr algn="l">
              <a:defRPr sz="2100" b="0">
                <a:solidFill>
                  <a:srgbClr val="BDD4D4"/>
                </a:solidFill>
                <a:latin typeface="Arial"/>
                <a:ea typeface="Arial"/>
                <a:cs typeface="Arial"/>
              </a:defRPr>
            </a:lvl6pPr>
            <a:lvl7pPr algn="l">
              <a:defRPr sz="2100" b="0">
                <a:solidFill>
                  <a:srgbClr val="BDD4D4"/>
                </a:solidFill>
                <a:latin typeface="Arial"/>
                <a:ea typeface="Arial"/>
                <a:cs typeface="Arial"/>
              </a:defRPr>
            </a:lvl7pPr>
            <a:lvl8pPr algn="l">
              <a:defRPr sz="2100" b="0">
                <a:solidFill>
                  <a:srgbClr val="BDD4D4"/>
                </a:solidFill>
                <a:latin typeface="Arial"/>
                <a:ea typeface="Arial"/>
                <a:cs typeface="Arial"/>
              </a:defRPr>
            </a:lvl8pPr>
            <a:lvl9pPr algn="l">
              <a:defRPr sz="2100" b="0">
                <a:solidFill>
                  <a:srgbClr val="BDD4D4"/>
                </a:solidFill>
                <a:latin typeface="Arial"/>
                <a:ea typeface="Arial"/>
                <a:cs typeface="Arial"/>
              </a:defRPr>
            </a:lvl9pPr>
          </a:lstStyle>
          <a:p>
            <a:pPr algn="l">
              <a:defRPr sz="2100" b="0">
                <a:solidFill>
                  <a:srgbClr val="BDD4D4"/>
                </a:solidFill>
                <a:latin typeface="Arial"/>
                <a:ea typeface="Arial"/>
                <a:cs typeface="Arial"/>
              </a:defRPr>
            </a:pPr>
            <a:r>
              <a:rPr sz="2100" b="0" dirty="0">
                <a:solidFill>
                  <a:schemeClr val="bg2">
                    <a:lumMod val="25000"/>
                  </a:schemeClr>
                </a:solidFill>
                <a:latin typeface="Arial"/>
                <a:ea typeface="Arial"/>
                <a:cs typeface="Arial"/>
              </a:rPr>
              <a:t>Need 38</a:t>
            </a:r>
          </a:p>
          <a:p>
            <a:pPr algn="l">
              <a:defRPr sz="2100" b="0">
                <a:solidFill>
                  <a:srgbClr val="BDD4D4"/>
                </a:solidFill>
                <a:latin typeface="Arial"/>
                <a:ea typeface="Arial"/>
                <a:cs typeface="Arial"/>
              </a:defRPr>
            </a:pPr>
            <a:r>
              <a:rPr sz="2100" b="0" dirty="0">
                <a:solidFill>
                  <a:schemeClr val="bg2">
                    <a:lumMod val="25000"/>
                  </a:schemeClr>
                </a:solidFill>
                <a:latin typeface="Arial"/>
                <a:ea typeface="Arial"/>
                <a:cs typeface="Arial"/>
              </a:rPr>
              <a:t>Internal 0</a:t>
            </a:r>
          </a:p>
          <a:p>
            <a:pPr algn="l">
              <a:defRPr sz="2100" b="0">
                <a:solidFill>
                  <a:srgbClr val="BDD4D4"/>
                </a:solidFill>
                <a:latin typeface="Arial"/>
                <a:ea typeface="Arial"/>
                <a:cs typeface="Arial"/>
              </a:defRPr>
            </a:pPr>
            <a:r>
              <a:rPr sz="2100" b="0" dirty="0">
                <a:solidFill>
                  <a:schemeClr val="bg2">
                    <a:lumMod val="25000"/>
                  </a:schemeClr>
                </a:solidFill>
                <a:latin typeface="Arial"/>
                <a:ea typeface="Arial"/>
                <a:cs typeface="Arial"/>
              </a:rPr>
              <a:t>Vendor 0</a:t>
            </a:r>
          </a:p>
        </p:txBody>
      </p:sp>
      <p:sp>
        <p:nvSpPr>
          <p:cNvPr id="10" name="visual-281">
            <a:extLst>
              <a:ext uri="{FF2B5EF4-FFF2-40B4-BE49-F238E27FC236}">
                <a16:creationId xmlns:a16="http://schemas.microsoft.com/office/drawing/2014/main" id="{E9C70718-AA23-45FF-B315-55996757F16C}"/>
              </a:ext>
            </a:extLst>
          </p:cNvPr>
          <p:cNvSpPr>
            <a:spLocks noGrp="1"/>
          </p:cNvSpPr>
          <p:nvPr/>
        </p:nvSpPr>
        <p:spPr>
          <a:xfrm>
            <a:off x="4305300" y="2105025"/>
            <a:ext cx="552450" cy="552450"/>
          </a:xfrm>
          <a:prstGeom prst="ellipse">
            <a:avLst/>
          </a:prstGeom>
          <a:solidFill>
            <a:schemeClr val="bg2">
              <a:lumMod val="75000"/>
            </a:schemeClr>
          </a:solidFill>
          <a:ln w="0">
            <a:noFill/>
            <a:prstDash val="solid"/>
          </a:ln>
        </p:spPr>
      </p:sp>
      <p:sp>
        <p:nvSpPr>
          <p:cNvPr id="11" name="visual-282">
            <a:extLst>
              <a:ext uri="{FF2B5EF4-FFF2-40B4-BE49-F238E27FC236}">
                <a16:creationId xmlns:a16="http://schemas.microsoft.com/office/drawing/2014/main" id="{95E05D8B-0D83-402B-9E49-04E998591854}"/>
              </a:ext>
            </a:extLst>
          </p:cNvPr>
          <p:cNvSpPr>
            <a:spLocks noGrp="1"/>
          </p:cNvSpPr>
          <p:nvPr/>
        </p:nvSpPr>
        <p:spPr>
          <a:xfrm>
            <a:off x="4305300" y="2105025"/>
            <a:ext cx="552450" cy="552450"/>
          </a:xfrm>
          <a:prstGeom prst="rect">
            <a:avLst/>
          </a:prstGeom>
          <a:noFill/>
          <a:ln w="0">
            <a:noFill/>
            <a:prstDash val="solid"/>
          </a:ln>
        </p:spPr>
        <p:txBody>
          <a:bodyPr lIns="0" tIns="0" rIns="0" bIns="0" anchor="ctr"/>
          <a:lstStyle>
            <a:defPPr algn="ctr">
              <a:defRPr sz="2175" b="1">
                <a:solidFill>
                  <a:srgbClr val="132F3B"/>
                </a:solidFill>
                <a:latin typeface="Arial"/>
                <a:ea typeface="Arial"/>
                <a:cs typeface="Arial"/>
              </a:defRPr>
            </a:defPPr>
            <a:lvl1pPr algn="ctr">
              <a:defRPr sz="2175" b="1">
                <a:solidFill>
                  <a:srgbClr val="132F3B"/>
                </a:solidFill>
                <a:latin typeface="Arial"/>
                <a:ea typeface="Arial"/>
                <a:cs typeface="Arial"/>
              </a:defRPr>
            </a:lvl1pPr>
            <a:lvl2pPr algn="ctr">
              <a:defRPr sz="2175" b="1">
                <a:solidFill>
                  <a:srgbClr val="132F3B"/>
                </a:solidFill>
                <a:latin typeface="Arial"/>
                <a:ea typeface="Arial"/>
                <a:cs typeface="Arial"/>
              </a:defRPr>
            </a:lvl2pPr>
            <a:lvl3pPr algn="ctr">
              <a:defRPr sz="2175" b="1">
                <a:solidFill>
                  <a:srgbClr val="132F3B"/>
                </a:solidFill>
                <a:latin typeface="Arial"/>
                <a:ea typeface="Arial"/>
                <a:cs typeface="Arial"/>
              </a:defRPr>
            </a:lvl3pPr>
            <a:lvl4pPr algn="ctr">
              <a:defRPr sz="2175" b="1">
                <a:solidFill>
                  <a:srgbClr val="132F3B"/>
                </a:solidFill>
                <a:latin typeface="Arial"/>
                <a:ea typeface="Arial"/>
                <a:cs typeface="Arial"/>
              </a:defRPr>
            </a:lvl4pPr>
            <a:lvl5pPr algn="ctr">
              <a:defRPr sz="2175" b="1">
                <a:solidFill>
                  <a:srgbClr val="132F3B"/>
                </a:solidFill>
                <a:latin typeface="Arial"/>
                <a:ea typeface="Arial"/>
                <a:cs typeface="Arial"/>
              </a:defRPr>
            </a:lvl5pPr>
            <a:lvl6pPr algn="ctr">
              <a:defRPr sz="2175" b="1">
                <a:solidFill>
                  <a:srgbClr val="132F3B"/>
                </a:solidFill>
                <a:latin typeface="Arial"/>
                <a:ea typeface="Arial"/>
                <a:cs typeface="Arial"/>
              </a:defRPr>
            </a:lvl6pPr>
            <a:lvl7pPr algn="ctr">
              <a:defRPr sz="2175" b="1">
                <a:solidFill>
                  <a:srgbClr val="132F3B"/>
                </a:solidFill>
                <a:latin typeface="Arial"/>
                <a:ea typeface="Arial"/>
                <a:cs typeface="Arial"/>
              </a:defRPr>
            </a:lvl7pPr>
            <a:lvl8pPr algn="ctr">
              <a:defRPr sz="2175" b="1">
                <a:solidFill>
                  <a:srgbClr val="132F3B"/>
                </a:solidFill>
                <a:latin typeface="Arial"/>
                <a:ea typeface="Arial"/>
                <a:cs typeface="Arial"/>
              </a:defRPr>
            </a:lvl8pPr>
            <a:lvl9pPr algn="ctr">
              <a:defRPr sz="2175" b="1">
                <a:solidFill>
                  <a:srgbClr val="132F3B"/>
                </a:solidFill>
                <a:latin typeface="Arial"/>
                <a:ea typeface="Arial"/>
                <a:cs typeface="Arial"/>
              </a:defRPr>
            </a:lvl9pPr>
          </a:lstStyle>
          <a:p>
            <a:pPr algn="ctr">
              <a:defRPr sz="2175" b="1">
                <a:solidFill>
                  <a:srgbClr val="132F3B"/>
                </a:solidFill>
                <a:latin typeface="Arial"/>
                <a:ea typeface="Arial"/>
                <a:cs typeface="Arial"/>
              </a:defRPr>
            </a:pPr>
            <a:r>
              <a:rPr sz="2175" b="1">
                <a:solidFill>
                  <a:srgbClr val="132F3B"/>
                </a:solidFill>
                <a:latin typeface="Arial"/>
                <a:ea typeface="Arial"/>
                <a:cs typeface="Arial"/>
              </a:rPr>
              <a:t>1</a:t>
            </a:r>
          </a:p>
        </p:txBody>
      </p:sp>
      <p:sp>
        <p:nvSpPr>
          <p:cNvPr id="12" name="visual-283">
            <a:extLst>
              <a:ext uri="{FF2B5EF4-FFF2-40B4-BE49-F238E27FC236}">
                <a16:creationId xmlns:a16="http://schemas.microsoft.com/office/drawing/2014/main" id="{B03E98B5-EE50-4C63-9C76-054D1793F712}"/>
              </a:ext>
            </a:extLst>
          </p:cNvPr>
          <p:cNvSpPr>
            <a:spLocks noGrp="1"/>
          </p:cNvSpPr>
          <p:nvPr/>
        </p:nvSpPr>
        <p:spPr>
          <a:xfrm>
            <a:off x="4886325" y="2362200"/>
            <a:ext cx="2057400" cy="28575"/>
          </a:xfrm>
          <a:prstGeom prst="rect">
            <a:avLst/>
          </a:prstGeom>
          <a:solidFill>
            <a:srgbClr val="45616A"/>
          </a:solidFill>
          <a:ln w="0">
            <a:noFill/>
            <a:prstDash val="solid"/>
          </a:ln>
        </p:spPr>
      </p:sp>
      <p:sp>
        <p:nvSpPr>
          <p:cNvPr id="13" name="visual-284">
            <a:extLst>
              <a:ext uri="{FF2B5EF4-FFF2-40B4-BE49-F238E27FC236}">
                <a16:creationId xmlns:a16="http://schemas.microsoft.com/office/drawing/2014/main" id="{EB1AFA51-0F8C-41FC-B412-76BE42274E10}"/>
              </a:ext>
            </a:extLst>
          </p:cNvPr>
          <p:cNvSpPr>
            <a:spLocks noGrp="1"/>
          </p:cNvSpPr>
          <p:nvPr/>
        </p:nvSpPr>
        <p:spPr>
          <a:xfrm>
            <a:off x="3714750" y="2781300"/>
            <a:ext cx="2381250" cy="638175"/>
          </a:xfrm>
          <a:prstGeom prst="rect">
            <a:avLst/>
          </a:prstGeom>
          <a:noFill/>
          <a:ln w="0">
            <a:noFill/>
            <a:prstDash val="solid"/>
          </a:ln>
        </p:spPr>
        <p:txBody>
          <a:bodyPr lIns="0" tIns="0" rIns="0" bIns="0" anchor="ctr"/>
          <a:lstStyle>
            <a:defPPr algn="ctr">
              <a:defRPr sz="2175" b="1">
                <a:solidFill>
                  <a:srgbClr val="F7F4ED"/>
                </a:solidFill>
                <a:latin typeface="Arial"/>
                <a:ea typeface="Arial"/>
                <a:cs typeface="Arial"/>
              </a:defRPr>
            </a:defPPr>
            <a:lvl1pPr algn="ctr">
              <a:defRPr sz="2175" b="1">
                <a:solidFill>
                  <a:srgbClr val="F7F4ED"/>
                </a:solidFill>
                <a:latin typeface="Arial"/>
                <a:ea typeface="Arial"/>
                <a:cs typeface="Arial"/>
              </a:defRPr>
            </a:lvl1pPr>
            <a:lvl2pPr algn="ctr">
              <a:defRPr sz="2175" b="1">
                <a:solidFill>
                  <a:srgbClr val="F7F4ED"/>
                </a:solidFill>
                <a:latin typeface="Arial"/>
                <a:ea typeface="Arial"/>
                <a:cs typeface="Arial"/>
              </a:defRPr>
            </a:lvl2pPr>
            <a:lvl3pPr algn="ctr">
              <a:defRPr sz="2175" b="1">
                <a:solidFill>
                  <a:srgbClr val="F7F4ED"/>
                </a:solidFill>
                <a:latin typeface="Arial"/>
                <a:ea typeface="Arial"/>
                <a:cs typeface="Arial"/>
              </a:defRPr>
            </a:lvl3pPr>
            <a:lvl4pPr algn="ctr">
              <a:defRPr sz="2175" b="1">
                <a:solidFill>
                  <a:srgbClr val="F7F4ED"/>
                </a:solidFill>
                <a:latin typeface="Arial"/>
                <a:ea typeface="Arial"/>
                <a:cs typeface="Arial"/>
              </a:defRPr>
            </a:lvl4pPr>
            <a:lvl5pPr algn="ctr">
              <a:defRPr sz="2175" b="1">
                <a:solidFill>
                  <a:srgbClr val="F7F4ED"/>
                </a:solidFill>
                <a:latin typeface="Arial"/>
                <a:ea typeface="Arial"/>
                <a:cs typeface="Arial"/>
              </a:defRPr>
            </a:lvl5pPr>
            <a:lvl6pPr algn="ctr">
              <a:defRPr sz="2175" b="1">
                <a:solidFill>
                  <a:srgbClr val="F7F4ED"/>
                </a:solidFill>
                <a:latin typeface="Arial"/>
                <a:ea typeface="Arial"/>
                <a:cs typeface="Arial"/>
              </a:defRPr>
            </a:lvl6pPr>
            <a:lvl7pPr algn="ctr">
              <a:defRPr sz="2175" b="1">
                <a:solidFill>
                  <a:srgbClr val="F7F4ED"/>
                </a:solidFill>
                <a:latin typeface="Arial"/>
                <a:ea typeface="Arial"/>
                <a:cs typeface="Arial"/>
              </a:defRPr>
            </a:lvl7pPr>
            <a:lvl8pPr algn="ctr">
              <a:defRPr sz="2175" b="1">
                <a:solidFill>
                  <a:srgbClr val="F7F4ED"/>
                </a:solidFill>
                <a:latin typeface="Arial"/>
                <a:ea typeface="Arial"/>
                <a:cs typeface="Arial"/>
              </a:defRPr>
            </a:lvl8pPr>
            <a:lvl9pPr algn="ctr">
              <a:defRPr sz="2175" b="1">
                <a:solidFill>
                  <a:srgbClr val="F7F4ED"/>
                </a:solidFill>
                <a:latin typeface="Arial"/>
                <a:ea typeface="Arial"/>
                <a:cs typeface="Arial"/>
              </a:defRPr>
            </a:lvl9pPr>
          </a:lstStyle>
          <a:p>
            <a:pPr algn="ctr">
              <a:defRPr sz="2175" b="1">
                <a:solidFill>
                  <a:srgbClr val="F7F4ED"/>
                </a:solidFill>
                <a:latin typeface="Arial"/>
                <a:ea typeface="Arial"/>
                <a:cs typeface="Arial"/>
              </a:defRPr>
            </a:pPr>
            <a:r>
              <a:rPr sz="2175" b="1" dirty="0">
                <a:solidFill>
                  <a:schemeClr val="tx1">
                    <a:lumMod val="85000"/>
                    <a:lumOff val="15000"/>
                  </a:schemeClr>
                </a:solidFill>
                <a:latin typeface="Arial"/>
                <a:ea typeface="Arial"/>
                <a:cs typeface="Arial"/>
              </a:rPr>
              <a:t>Shadow</a:t>
            </a:r>
          </a:p>
        </p:txBody>
      </p:sp>
      <p:sp>
        <p:nvSpPr>
          <p:cNvPr id="14" name="visual-285">
            <a:extLst>
              <a:ext uri="{FF2B5EF4-FFF2-40B4-BE49-F238E27FC236}">
                <a16:creationId xmlns:a16="http://schemas.microsoft.com/office/drawing/2014/main" id="{2D0A63B3-A87A-4354-8016-B70827ED361F}"/>
              </a:ext>
            </a:extLst>
          </p:cNvPr>
          <p:cNvSpPr>
            <a:spLocks noGrp="1"/>
          </p:cNvSpPr>
          <p:nvPr/>
        </p:nvSpPr>
        <p:spPr>
          <a:xfrm>
            <a:off x="6972300" y="2105025"/>
            <a:ext cx="552450" cy="552450"/>
          </a:xfrm>
          <a:prstGeom prst="ellipse">
            <a:avLst/>
          </a:prstGeom>
          <a:solidFill>
            <a:schemeClr val="bg2">
              <a:lumMod val="75000"/>
            </a:schemeClr>
          </a:solidFill>
          <a:ln w="0">
            <a:noFill/>
            <a:prstDash val="solid"/>
          </a:ln>
        </p:spPr>
      </p:sp>
      <p:sp>
        <p:nvSpPr>
          <p:cNvPr id="15" name="visual-286">
            <a:extLst>
              <a:ext uri="{FF2B5EF4-FFF2-40B4-BE49-F238E27FC236}">
                <a16:creationId xmlns:a16="http://schemas.microsoft.com/office/drawing/2014/main" id="{6902E3BD-52C0-4E72-BFAE-7FD63FF6C437}"/>
              </a:ext>
            </a:extLst>
          </p:cNvPr>
          <p:cNvSpPr>
            <a:spLocks noGrp="1"/>
          </p:cNvSpPr>
          <p:nvPr/>
        </p:nvSpPr>
        <p:spPr>
          <a:xfrm>
            <a:off x="6972300" y="2105025"/>
            <a:ext cx="552450" cy="552450"/>
          </a:xfrm>
          <a:prstGeom prst="rect">
            <a:avLst/>
          </a:prstGeom>
          <a:noFill/>
          <a:ln w="0">
            <a:noFill/>
            <a:prstDash val="solid"/>
          </a:ln>
        </p:spPr>
        <p:txBody>
          <a:bodyPr lIns="0" tIns="0" rIns="0" bIns="0" anchor="ctr"/>
          <a:lstStyle>
            <a:defPPr algn="ctr">
              <a:defRPr sz="2175" b="1">
                <a:solidFill>
                  <a:srgbClr val="132F3B"/>
                </a:solidFill>
                <a:latin typeface="Arial"/>
                <a:ea typeface="Arial"/>
                <a:cs typeface="Arial"/>
              </a:defRPr>
            </a:defPPr>
            <a:lvl1pPr algn="ctr">
              <a:defRPr sz="2175" b="1">
                <a:solidFill>
                  <a:srgbClr val="132F3B"/>
                </a:solidFill>
                <a:latin typeface="Arial"/>
                <a:ea typeface="Arial"/>
                <a:cs typeface="Arial"/>
              </a:defRPr>
            </a:lvl1pPr>
            <a:lvl2pPr algn="ctr">
              <a:defRPr sz="2175" b="1">
                <a:solidFill>
                  <a:srgbClr val="132F3B"/>
                </a:solidFill>
                <a:latin typeface="Arial"/>
                <a:ea typeface="Arial"/>
                <a:cs typeface="Arial"/>
              </a:defRPr>
            </a:lvl2pPr>
            <a:lvl3pPr algn="ctr">
              <a:defRPr sz="2175" b="1">
                <a:solidFill>
                  <a:srgbClr val="132F3B"/>
                </a:solidFill>
                <a:latin typeface="Arial"/>
                <a:ea typeface="Arial"/>
                <a:cs typeface="Arial"/>
              </a:defRPr>
            </a:lvl3pPr>
            <a:lvl4pPr algn="ctr">
              <a:defRPr sz="2175" b="1">
                <a:solidFill>
                  <a:srgbClr val="132F3B"/>
                </a:solidFill>
                <a:latin typeface="Arial"/>
                <a:ea typeface="Arial"/>
                <a:cs typeface="Arial"/>
              </a:defRPr>
            </a:lvl4pPr>
            <a:lvl5pPr algn="ctr">
              <a:defRPr sz="2175" b="1">
                <a:solidFill>
                  <a:srgbClr val="132F3B"/>
                </a:solidFill>
                <a:latin typeface="Arial"/>
                <a:ea typeface="Arial"/>
                <a:cs typeface="Arial"/>
              </a:defRPr>
            </a:lvl5pPr>
            <a:lvl6pPr algn="ctr">
              <a:defRPr sz="2175" b="1">
                <a:solidFill>
                  <a:srgbClr val="132F3B"/>
                </a:solidFill>
                <a:latin typeface="Arial"/>
                <a:ea typeface="Arial"/>
                <a:cs typeface="Arial"/>
              </a:defRPr>
            </a:lvl6pPr>
            <a:lvl7pPr algn="ctr">
              <a:defRPr sz="2175" b="1">
                <a:solidFill>
                  <a:srgbClr val="132F3B"/>
                </a:solidFill>
                <a:latin typeface="Arial"/>
                <a:ea typeface="Arial"/>
                <a:cs typeface="Arial"/>
              </a:defRPr>
            </a:lvl7pPr>
            <a:lvl8pPr algn="ctr">
              <a:defRPr sz="2175" b="1">
                <a:solidFill>
                  <a:srgbClr val="132F3B"/>
                </a:solidFill>
                <a:latin typeface="Arial"/>
                <a:ea typeface="Arial"/>
                <a:cs typeface="Arial"/>
              </a:defRPr>
            </a:lvl8pPr>
            <a:lvl9pPr algn="ctr">
              <a:defRPr sz="2175" b="1">
                <a:solidFill>
                  <a:srgbClr val="132F3B"/>
                </a:solidFill>
                <a:latin typeface="Arial"/>
                <a:ea typeface="Arial"/>
                <a:cs typeface="Arial"/>
              </a:defRPr>
            </a:lvl9pPr>
          </a:lstStyle>
          <a:p>
            <a:pPr algn="ctr">
              <a:defRPr sz="2175" b="1">
                <a:solidFill>
                  <a:srgbClr val="132F3B"/>
                </a:solidFill>
                <a:latin typeface="Arial"/>
                <a:ea typeface="Arial"/>
                <a:cs typeface="Arial"/>
              </a:defRPr>
            </a:pPr>
            <a:r>
              <a:rPr sz="2175" b="1">
                <a:solidFill>
                  <a:srgbClr val="132F3B"/>
                </a:solidFill>
                <a:latin typeface="Arial"/>
                <a:ea typeface="Arial"/>
                <a:cs typeface="Arial"/>
              </a:rPr>
              <a:t>2</a:t>
            </a:r>
          </a:p>
        </p:txBody>
      </p:sp>
      <p:sp>
        <p:nvSpPr>
          <p:cNvPr id="16" name="visual-287">
            <a:extLst>
              <a:ext uri="{FF2B5EF4-FFF2-40B4-BE49-F238E27FC236}">
                <a16:creationId xmlns:a16="http://schemas.microsoft.com/office/drawing/2014/main" id="{16111628-8107-43FD-B18C-BBC7821854E9}"/>
              </a:ext>
            </a:extLst>
          </p:cNvPr>
          <p:cNvSpPr>
            <a:spLocks noGrp="1"/>
          </p:cNvSpPr>
          <p:nvPr/>
        </p:nvSpPr>
        <p:spPr>
          <a:xfrm>
            <a:off x="7553325" y="2362200"/>
            <a:ext cx="2057400" cy="28575"/>
          </a:xfrm>
          <a:prstGeom prst="rect">
            <a:avLst/>
          </a:prstGeom>
          <a:solidFill>
            <a:srgbClr val="45616A"/>
          </a:solidFill>
          <a:ln w="0">
            <a:noFill/>
            <a:prstDash val="solid"/>
          </a:ln>
        </p:spPr>
      </p:sp>
      <p:sp>
        <p:nvSpPr>
          <p:cNvPr id="17" name="visual-288">
            <a:extLst>
              <a:ext uri="{FF2B5EF4-FFF2-40B4-BE49-F238E27FC236}">
                <a16:creationId xmlns:a16="http://schemas.microsoft.com/office/drawing/2014/main" id="{96678E0B-B668-46DE-9AF4-B0AE70FC2BEC}"/>
              </a:ext>
            </a:extLst>
          </p:cNvPr>
          <p:cNvSpPr>
            <a:spLocks noGrp="1"/>
          </p:cNvSpPr>
          <p:nvPr/>
        </p:nvSpPr>
        <p:spPr>
          <a:xfrm>
            <a:off x="6381750" y="2781300"/>
            <a:ext cx="2381250" cy="638175"/>
          </a:xfrm>
          <a:prstGeom prst="rect">
            <a:avLst/>
          </a:prstGeom>
          <a:noFill/>
          <a:ln w="0">
            <a:noFill/>
            <a:prstDash val="solid"/>
          </a:ln>
        </p:spPr>
        <p:txBody>
          <a:bodyPr lIns="0" tIns="0" rIns="0" bIns="0" anchor="ctr"/>
          <a:lstStyle>
            <a:defPPr algn="ctr">
              <a:defRPr sz="2175" b="1">
                <a:solidFill>
                  <a:srgbClr val="F7F4ED"/>
                </a:solidFill>
                <a:latin typeface="Arial"/>
                <a:ea typeface="Arial"/>
                <a:cs typeface="Arial"/>
              </a:defRPr>
            </a:defPPr>
            <a:lvl1pPr algn="ctr">
              <a:defRPr sz="2175" b="1">
                <a:solidFill>
                  <a:srgbClr val="F7F4ED"/>
                </a:solidFill>
                <a:latin typeface="Arial"/>
                <a:ea typeface="Arial"/>
                <a:cs typeface="Arial"/>
              </a:defRPr>
            </a:lvl1pPr>
            <a:lvl2pPr algn="ctr">
              <a:defRPr sz="2175" b="1">
                <a:solidFill>
                  <a:srgbClr val="F7F4ED"/>
                </a:solidFill>
                <a:latin typeface="Arial"/>
                <a:ea typeface="Arial"/>
                <a:cs typeface="Arial"/>
              </a:defRPr>
            </a:lvl2pPr>
            <a:lvl3pPr algn="ctr">
              <a:defRPr sz="2175" b="1">
                <a:solidFill>
                  <a:srgbClr val="F7F4ED"/>
                </a:solidFill>
                <a:latin typeface="Arial"/>
                <a:ea typeface="Arial"/>
                <a:cs typeface="Arial"/>
              </a:defRPr>
            </a:lvl3pPr>
            <a:lvl4pPr algn="ctr">
              <a:defRPr sz="2175" b="1">
                <a:solidFill>
                  <a:srgbClr val="F7F4ED"/>
                </a:solidFill>
                <a:latin typeface="Arial"/>
                <a:ea typeface="Arial"/>
                <a:cs typeface="Arial"/>
              </a:defRPr>
            </a:lvl4pPr>
            <a:lvl5pPr algn="ctr">
              <a:defRPr sz="2175" b="1">
                <a:solidFill>
                  <a:srgbClr val="F7F4ED"/>
                </a:solidFill>
                <a:latin typeface="Arial"/>
                <a:ea typeface="Arial"/>
                <a:cs typeface="Arial"/>
              </a:defRPr>
            </a:lvl5pPr>
            <a:lvl6pPr algn="ctr">
              <a:defRPr sz="2175" b="1">
                <a:solidFill>
                  <a:srgbClr val="F7F4ED"/>
                </a:solidFill>
                <a:latin typeface="Arial"/>
                <a:ea typeface="Arial"/>
                <a:cs typeface="Arial"/>
              </a:defRPr>
            </a:lvl6pPr>
            <a:lvl7pPr algn="ctr">
              <a:defRPr sz="2175" b="1">
                <a:solidFill>
                  <a:srgbClr val="F7F4ED"/>
                </a:solidFill>
                <a:latin typeface="Arial"/>
                <a:ea typeface="Arial"/>
                <a:cs typeface="Arial"/>
              </a:defRPr>
            </a:lvl7pPr>
            <a:lvl8pPr algn="ctr">
              <a:defRPr sz="2175" b="1">
                <a:solidFill>
                  <a:srgbClr val="F7F4ED"/>
                </a:solidFill>
                <a:latin typeface="Arial"/>
                <a:ea typeface="Arial"/>
                <a:cs typeface="Arial"/>
              </a:defRPr>
            </a:lvl8pPr>
            <a:lvl9pPr algn="ctr">
              <a:defRPr sz="2175" b="1">
                <a:solidFill>
                  <a:srgbClr val="F7F4ED"/>
                </a:solidFill>
                <a:latin typeface="Arial"/>
                <a:ea typeface="Arial"/>
                <a:cs typeface="Arial"/>
              </a:defRPr>
            </a:lvl9pPr>
          </a:lstStyle>
          <a:p>
            <a:pPr algn="ctr">
              <a:defRPr sz="2175" b="1">
                <a:solidFill>
                  <a:srgbClr val="F7F4ED"/>
                </a:solidFill>
                <a:latin typeface="Arial"/>
                <a:ea typeface="Arial"/>
                <a:cs typeface="Arial"/>
              </a:defRPr>
            </a:pPr>
            <a:r>
              <a:rPr sz="2175" b="1" dirty="0" err="1">
                <a:solidFill>
                  <a:schemeClr val="tx1">
                    <a:lumMod val="85000"/>
                    <a:lumOff val="15000"/>
                  </a:schemeClr>
                </a:solidFill>
                <a:latin typeface="Arial"/>
                <a:ea typeface="Arial"/>
                <a:cs typeface="Arial"/>
              </a:rPr>
              <a:t>Practise</a:t>
            </a:r>
            <a:endParaRPr sz="2175" b="1" dirty="0">
              <a:solidFill>
                <a:schemeClr val="tx1">
                  <a:lumMod val="85000"/>
                  <a:lumOff val="15000"/>
                </a:schemeClr>
              </a:solidFill>
              <a:latin typeface="Arial"/>
              <a:ea typeface="Arial"/>
              <a:cs typeface="Arial"/>
            </a:endParaRPr>
          </a:p>
        </p:txBody>
      </p:sp>
      <p:sp>
        <p:nvSpPr>
          <p:cNvPr id="18" name="visual-289">
            <a:extLst>
              <a:ext uri="{FF2B5EF4-FFF2-40B4-BE49-F238E27FC236}">
                <a16:creationId xmlns:a16="http://schemas.microsoft.com/office/drawing/2014/main" id="{C573FBDF-2662-4535-80EE-BBB823114192}"/>
              </a:ext>
            </a:extLst>
          </p:cNvPr>
          <p:cNvSpPr>
            <a:spLocks noGrp="1"/>
          </p:cNvSpPr>
          <p:nvPr/>
        </p:nvSpPr>
        <p:spPr>
          <a:xfrm>
            <a:off x="9639300" y="2105025"/>
            <a:ext cx="552450" cy="552450"/>
          </a:xfrm>
          <a:prstGeom prst="ellipse">
            <a:avLst/>
          </a:prstGeom>
          <a:solidFill>
            <a:schemeClr val="bg2">
              <a:lumMod val="75000"/>
            </a:schemeClr>
          </a:solidFill>
          <a:ln w="0">
            <a:noFill/>
            <a:prstDash val="solid"/>
          </a:ln>
        </p:spPr>
      </p:sp>
      <p:sp>
        <p:nvSpPr>
          <p:cNvPr id="19" name="visual-290">
            <a:extLst>
              <a:ext uri="{FF2B5EF4-FFF2-40B4-BE49-F238E27FC236}">
                <a16:creationId xmlns:a16="http://schemas.microsoft.com/office/drawing/2014/main" id="{44BE45C4-52A0-4961-A6C3-2BD23288AB71}"/>
              </a:ext>
            </a:extLst>
          </p:cNvPr>
          <p:cNvSpPr>
            <a:spLocks noGrp="1"/>
          </p:cNvSpPr>
          <p:nvPr/>
        </p:nvSpPr>
        <p:spPr>
          <a:xfrm>
            <a:off x="9639300" y="2105025"/>
            <a:ext cx="552450" cy="552450"/>
          </a:xfrm>
          <a:prstGeom prst="rect">
            <a:avLst/>
          </a:prstGeom>
          <a:noFill/>
          <a:ln w="0">
            <a:noFill/>
            <a:prstDash val="solid"/>
          </a:ln>
        </p:spPr>
        <p:txBody>
          <a:bodyPr lIns="0" tIns="0" rIns="0" bIns="0" anchor="ctr"/>
          <a:lstStyle>
            <a:defPPr algn="ctr">
              <a:defRPr sz="2175" b="1">
                <a:solidFill>
                  <a:srgbClr val="132F3B"/>
                </a:solidFill>
                <a:latin typeface="Arial"/>
                <a:ea typeface="Arial"/>
                <a:cs typeface="Arial"/>
              </a:defRPr>
            </a:defPPr>
            <a:lvl1pPr algn="ctr">
              <a:defRPr sz="2175" b="1">
                <a:solidFill>
                  <a:srgbClr val="132F3B"/>
                </a:solidFill>
                <a:latin typeface="Arial"/>
                <a:ea typeface="Arial"/>
                <a:cs typeface="Arial"/>
              </a:defRPr>
            </a:lvl1pPr>
            <a:lvl2pPr algn="ctr">
              <a:defRPr sz="2175" b="1">
                <a:solidFill>
                  <a:srgbClr val="132F3B"/>
                </a:solidFill>
                <a:latin typeface="Arial"/>
                <a:ea typeface="Arial"/>
                <a:cs typeface="Arial"/>
              </a:defRPr>
            </a:lvl2pPr>
            <a:lvl3pPr algn="ctr">
              <a:defRPr sz="2175" b="1">
                <a:solidFill>
                  <a:srgbClr val="132F3B"/>
                </a:solidFill>
                <a:latin typeface="Arial"/>
                <a:ea typeface="Arial"/>
                <a:cs typeface="Arial"/>
              </a:defRPr>
            </a:lvl3pPr>
            <a:lvl4pPr algn="ctr">
              <a:defRPr sz="2175" b="1">
                <a:solidFill>
                  <a:srgbClr val="132F3B"/>
                </a:solidFill>
                <a:latin typeface="Arial"/>
                <a:ea typeface="Arial"/>
                <a:cs typeface="Arial"/>
              </a:defRPr>
            </a:lvl4pPr>
            <a:lvl5pPr algn="ctr">
              <a:defRPr sz="2175" b="1">
                <a:solidFill>
                  <a:srgbClr val="132F3B"/>
                </a:solidFill>
                <a:latin typeface="Arial"/>
                <a:ea typeface="Arial"/>
                <a:cs typeface="Arial"/>
              </a:defRPr>
            </a:lvl5pPr>
            <a:lvl6pPr algn="ctr">
              <a:defRPr sz="2175" b="1">
                <a:solidFill>
                  <a:srgbClr val="132F3B"/>
                </a:solidFill>
                <a:latin typeface="Arial"/>
                <a:ea typeface="Arial"/>
                <a:cs typeface="Arial"/>
              </a:defRPr>
            </a:lvl6pPr>
            <a:lvl7pPr algn="ctr">
              <a:defRPr sz="2175" b="1">
                <a:solidFill>
                  <a:srgbClr val="132F3B"/>
                </a:solidFill>
                <a:latin typeface="Arial"/>
                <a:ea typeface="Arial"/>
                <a:cs typeface="Arial"/>
              </a:defRPr>
            </a:lvl7pPr>
            <a:lvl8pPr algn="ctr">
              <a:defRPr sz="2175" b="1">
                <a:solidFill>
                  <a:srgbClr val="132F3B"/>
                </a:solidFill>
                <a:latin typeface="Arial"/>
                <a:ea typeface="Arial"/>
                <a:cs typeface="Arial"/>
              </a:defRPr>
            </a:lvl8pPr>
            <a:lvl9pPr algn="ctr">
              <a:defRPr sz="2175" b="1">
                <a:solidFill>
                  <a:srgbClr val="132F3B"/>
                </a:solidFill>
                <a:latin typeface="Arial"/>
                <a:ea typeface="Arial"/>
                <a:cs typeface="Arial"/>
              </a:defRPr>
            </a:lvl9pPr>
          </a:lstStyle>
          <a:p>
            <a:pPr algn="ctr">
              <a:defRPr sz="2175" b="1">
                <a:solidFill>
                  <a:srgbClr val="132F3B"/>
                </a:solidFill>
                <a:latin typeface="Arial"/>
                <a:ea typeface="Arial"/>
                <a:cs typeface="Arial"/>
              </a:defRPr>
            </a:pPr>
            <a:r>
              <a:rPr sz="2175" b="1">
                <a:solidFill>
                  <a:srgbClr val="132F3B"/>
                </a:solidFill>
                <a:latin typeface="Arial"/>
                <a:ea typeface="Arial"/>
                <a:cs typeface="Arial"/>
              </a:rPr>
              <a:t>3</a:t>
            </a:r>
          </a:p>
        </p:txBody>
      </p:sp>
      <p:sp>
        <p:nvSpPr>
          <p:cNvPr id="20" name="visual-291">
            <a:extLst>
              <a:ext uri="{FF2B5EF4-FFF2-40B4-BE49-F238E27FC236}">
                <a16:creationId xmlns:a16="http://schemas.microsoft.com/office/drawing/2014/main" id="{82667016-1E94-4AA9-BE45-5398D8C69DBF}"/>
              </a:ext>
            </a:extLst>
          </p:cNvPr>
          <p:cNvSpPr>
            <a:spLocks noGrp="1"/>
          </p:cNvSpPr>
          <p:nvPr/>
        </p:nvSpPr>
        <p:spPr>
          <a:xfrm>
            <a:off x="9048750" y="2781300"/>
            <a:ext cx="2381250" cy="638175"/>
          </a:xfrm>
          <a:prstGeom prst="rect">
            <a:avLst/>
          </a:prstGeom>
          <a:noFill/>
          <a:ln w="0">
            <a:noFill/>
            <a:prstDash val="solid"/>
          </a:ln>
        </p:spPr>
        <p:txBody>
          <a:bodyPr lIns="0" tIns="0" rIns="0" bIns="0" anchor="ctr"/>
          <a:lstStyle>
            <a:defPPr algn="ctr">
              <a:defRPr sz="2175" b="1">
                <a:solidFill>
                  <a:srgbClr val="F7F4ED"/>
                </a:solidFill>
                <a:latin typeface="Arial"/>
                <a:ea typeface="Arial"/>
                <a:cs typeface="Arial"/>
              </a:defRPr>
            </a:defPPr>
            <a:lvl1pPr algn="ctr">
              <a:defRPr sz="2175" b="1">
                <a:solidFill>
                  <a:srgbClr val="F7F4ED"/>
                </a:solidFill>
                <a:latin typeface="Arial"/>
                <a:ea typeface="Arial"/>
                <a:cs typeface="Arial"/>
              </a:defRPr>
            </a:lvl1pPr>
            <a:lvl2pPr algn="ctr">
              <a:defRPr sz="2175" b="1">
                <a:solidFill>
                  <a:srgbClr val="F7F4ED"/>
                </a:solidFill>
                <a:latin typeface="Arial"/>
                <a:ea typeface="Arial"/>
                <a:cs typeface="Arial"/>
              </a:defRPr>
            </a:lvl2pPr>
            <a:lvl3pPr algn="ctr">
              <a:defRPr sz="2175" b="1">
                <a:solidFill>
                  <a:srgbClr val="F7F4ED"/>
                </a:solidFill>
                <a:latin typeface="Arial"/>
                <a:ea typeface="Arial"/>
                <a:cs typeface="Arial"/>
              </a:defRPr>
            </a:lvl3pPr>
            <a:lvl4pPr algn="ctr">
              <a:defRPr sz="2175" b="1">
                <a:solidFill>
                  <a:srgbClr val="F7F4ED"/>
                </a:solidFill>
                <a:latin typeface="Arial"/>
                <a:ea typeface="Arial"/>
                <a:cs typeface="Arial"/>
              </a:defRPr>
            </a:lvl4pPr>
            <a:lvl5pPr algn="ctr">
              <a:defRPr sz="2175" b="1">
                <a:solidFill>
                  <a:srgbClr val="F7F4ED"/>
                </a:solidFill>
                <a:latin typeface="Arial"/>
                <a:ea typeface="Arial"/>
                <a:cs typeface="Arial"/>
              </a:defRPr>
            </a:lvl5pPr>
            <a:lvl6pPr algn="ctr">
              <a:defRPr sz="2175" b="1">
                <a:solidFill>
                  <a:srgbClr val="F7F4ED"/>
                </a:solidFill>
                <a:latin typeface="Arial"/>
                <a:ea typeface="Arial"/>
                <a:cs typeface="Arial"/>
              </a:defRPr>
            </a:lvl6pPr>
            <a:lvl7pPr algn="ctr">
              <a:defRPr sz="2175" b="1">
                <a:solidFill>
                  <a:srgbClr val="F7F4ED"/>
                </a:solidFill>
                <a:latin typeface="Arial"/>
                <a:ea typeface="Arial"/>
                <a:cs typeface="Arial"/>
              </a:defRPr>
            </a:lvl7pPr>
            <a:lvl8pPr algn="ctr">
              <a:defRPr sz="2175" b="1">
                <a:solidFill>
                  <a:srgbClr val="F7F4ED"/>
                </a:solidFill>
                <a:latin typeface="Arial"/>
                <a:ea typeface="Arial"/>
                <a:cs typeface="Arial"/>
              </a:defRPr>
            </a:lvl8pPr>
            <a:lvl9pPr algn="ctr">
              <a:defRPr sz="2175" b="1">
                <a:solidFill>
                  <a:srgbClr val="F7F4ED"/>
                </a:solidFill>
                <a:latin typeface="Arial"/>
                <a:ea typeface="Arial"/>
                <a:cs typeface="Arial"/>
              </a:defRPr>
            </a:lvl9pPr>
          </a:lstStyle>
          <a:p>
            <a:pPr algn="ctr">
              <a:defRPr sz="2175" b="1">
                <a:solidFill>
                  <a:srgbClr val="F7F4ED"/>
                </a:solidFill>
                <a:latin typeface="Arial"/>
                <a:ea typeface="Arial"/>
                <a:cs typeface="Arial"/>
              </a:defRPr>
            </a:pPr>
            <a:r>
              <a:rPr sz="2175" b="1" dirty="0">
                <a:solidFill>
                  <a:schemeClr val="tx1">
                    <a:lumMod val="85000"/>
                    <a:lumOff val="15000"/>
                  </a:schemeClr>
                </a:solidFill>
                <a:latin typeface="Arial"/>
                <a:ea typeface="Arial"/>
                <a:cs typeface="Arial"/>
              </a:rPr>
              <a:t>Owner sign-off</a:t>
            </a:r>
          </a:p>
        </p:txBody>
      </p:sp>
      <p:sp>
        <p:nvSpPr>
          <p:cNvPr id="21" name="visual-292">
            <a:extLst>
              <a:ext uri="{FF2B5EF4-FFF2-40B4-BE49-F238E27FC236}">
                <a16:creationId xmlns:a16="http://schemas.microsoft.com/office/drawing/2014/main" id="{554D44F7-9834-4163-905E-A28CCAFE74C3}"/>
              </a:ext>
            </a:extLst>
          </p:cNvPr>
          <p:cNvSpPr>
            <a:spLocks noGrp="1"/>
          </p:cNvSpPr>
          <p:nvPr/>
        </p:nvSpPr>
        <p:spPr>
          <a:xfrm>
            <a:off x="3714750" y="3590925"/>
            <a:ext cx="7858125" cy="876300"/>
          </a:xfrm>
          <a:prstGeom prst="rect">
            <a:avLst/>
          </a:prstGeom>
          <a:noFill/>
          <a:ln w="0">
            <a:noFill/>
            <a:prstDash val="solid"/>
          </a:ln>
        </p:spPr>
        <p:txBody>
          <a:bodyPr lIns="0" tIns="0" rIns="0" bIns="0" anchor="ctr"/>
          <a:lstStyle>
            <a:defPPr algn="l">
              <a:defRPr sz="2100" b="0">
                <a:solidFill>
                  <a:srgbClr val="F7F4ED"/>
                </a:solidFill>
                <a:latin typeface="Arial"/>
                <a:ea typeface="Arial"/>
                <a:cs typeface="Arial"/>
              </a:defRPr>
            </a:defPPr>
            <a:lvl1pPr algn="l">
              <a:defRPr sz="2100" b="0">
                <a:solidFill>
                  <a:srgbClr val="F7F4ED"/>
                </a:solidFill>
                <a:latin typeface="Arial"/>
                <a:ea typeface="Arial"/>
                <a:cs typeface="Arial"/>
              </a:defRPr>
            </a:lvl1pPr>
            <a:lvl2pPr algn="l">
              <a:defRPr sz="2100" b="0">
                <a:solidFill>
                  <a:srgbClr val="F7F4ED"/>
                </a:solidFill>
                <a:latin typeface="Arial"/>
                <a:ea typeface="Arial"/>
                <a:cs typeface="Arial"/>
              </a:defRPr>
            </a:lvl2pPr>
            <a:lvl3pPr algn="l">
              <a:defRPr sz="2100" b="0">
                <a:solidFill>
                  <a:srgbClr val="F7F4ED"/>
                </a:solidFill>
                <a:latin typeface="Arial"/>
                <a:ea typeface="Arial"/>
                <a:cs typeface="Arial"/>
              </a:defRPr>
            </a:lvl3pPr>
            <a:lvl4pPr algn="l">
              <a:defRPr sz="2100" b="0">
                <a:solidFill>
                  <a:srgbClr val="F7F4ED"/>
                </a:solidFill>
                <a:latin typeface="Arial"/>
                <a:ea typeface="Arial"/>
                <a:cs typeface="Arial"/>
              </a:defRPr>
            </a:lvl4pPr>
            <a:lvl5pPr algn="l">
              <a:defRPr sz="2100" b="0">
                <a:solidFill>
                  <a:srgbClr val="F7F4ED"/>
                </a:solidFill>
                <a:latin typeface="Arial"/>
                <a:ea typeface="Arial"/>
                <a:cs typeface="Arial"/>
              </a:defRPr>
            </a:lvl5pPr>
            <a:lvl6pPr algn="l">
              <a:defRPr sz="2100" b="0">
                <a:solidFill>
                  <a:srgbClr val="F7F4ED"/>
                </a:solidFill>
                <a:latin typeface="Arial"/>
                <a:ea typeface="Arial"/>
                <a:cs typeface="Arial"/>
              </a:defRPr>
            </a:lvl6pPr>
            <a:lvl7pPr algn="l">
              <a:defRPr sz="2100" b="0">
                <a:solidFill>
                  <a:srgbClr val="F7F4ED"/>
                </a:solidFill>
                <a:latin typeface="Arial"/>
                <a:ea typeface="Arial"/>
                <a:cs typeface="Arial"/>
              </a:defRPr>
            </a:lvl7pPr>
            <a:lvl8pPr algn="l">
              <a:defRPr sz="2100" b="0">
                <a:solidFill>
                  <a:srgbClr val="F7F4ED"/>
                </a:solidFill>
                <a:latin typeface="Arial"/>
                <a:ea typeface="Arial"/>
                <a:cs typeface="Arial"/>
              </a:defRPr>
            </a:lvl8pPr>
            <a:lvl9pPr algn="l">
              <a:defRPr sz="2100" b="0">
                <a:solidFill>
                  <a:srgbClr val="F7F4ED"/>
                </a:solidFill>
                <a:latin typeface="Arial"/>
                <a:ea typeface="Arial"/>
                <a:cs typeface="Arial"/>
              </a:defRPr>
            </a:lvl9pPr>
          </a:lstStyle>
          <a:p>
            <a:pPr algn="l">
              <a:defRPr sz="2100" b="0">
                <a:solidFill>
                  <a:srgbClr val="F7F4ED"/>
                </a:solidFill>
                <a:latin typeface="Arial"/>
                <a:ea typeface="Arial"/>
                <a:cs typeface="Arial"/>
              </a:defRPr>
            </a:pPr>
            <a:r>
              <a:rPr sz="2100" b="0" dirty="0">
                <a:solidFill>
                  <a:schemeClr val="tx1">
                    <a:lumMod val="85000"/>
                    <a:lumOff val="15000"/>
                  </a:schemeClr>
                </a:solidFill>
                <a:latin typeface="Arial"/>
                <a:ea typeface="Arial"/>
                <a:cs typeface="Arial"/>
              </a:rPr>
              <a:t>Run retained services and learn unusual cases.</a:t>
            </a:r>
          </a:p>
          <a:p>
            <a:pPr algn="l">
              <a:defRPr sz="2100" b="0">
                <a:solidFill>
                  <a:srgbClr val="F7F4ED"/>
                </a:solidFill>
                <a:latin typeface="Arial"/>
                <a:ea typeface="Arial"/>
                <a:cs typeface="Arial"/>
              </a:defRPr>
            </a:pPr>
            <a:r>
              <a:rPr sz="2100" b="0" dirty="0">
                <a:solidFill>
                  <a:schemeClr val="tx1">
                    <a:lumMod val="85000"/>
                    <a:lumOff val="15000"/>
                  </a:schemeClr>
                </a:solidFill>
                <a:latin typeface="Arial"/>
                <a:ea typeface="Arial"/>
                <a:cs typeface="Arial"/>
              </a:rPr>
              <a:t>Complete checked handovers before staff move.</a:t>
            </a:r>
          </a:p>
        </p:txBody>
      </p:sp>
      <p:sp>
        <p:nvSpPr>
          <p:cNvPr id="22" name="visual-293">
            <a:extLst>
              <a:ext uri="{FF2B5EF4-FFF2-40B4-BE49-F238E27FC236}">
                <a16:creationId xmlns:a16="http://schemas.microsoft.com/office/drawing/2014/main" id="{DF55E162-0E79-4236-948E-9A551F777FDD}"/>
              </a:ext>
            </a:extLst>
          </p:cNvPr>
          <p:cNvSpPr>
            <a:spLocks noGrp="1"/>
          </p:cNvSpPr>
          <p:nvPr/>
        </p:nvSpPr>
        <p:spPr>
          <a:xfrm>
            <a:off x="3714750" y="4552950"/>
            <a:ext cx="7858125" cy="419100"/>
          </a:xfrm>
          <a:prstGeom prst="rect">
            <a:avLst/>
          </a:prstGeom>
          <a:noFill/>
          <a:ln w="0">
            <a:noFill/>
            <a:prstDash val="solid"/>
          </a:ln>
        </p:spPr>
        <p:txBody>
          <a:bodyPr lIns="0" tIns="0" rIns="0" bIns="0" anchor="ctr"/>
          <a:lstStyle>
            <a:defPPr algn="l">
              <a:defRPr sz="1875" b="0">
                <a:solidFill>
                  <a:srgbClr val="BDD4D4"/>
                </a:solidFill>
                <a:latin typeface="Arial"/>
                <a:ea typeface="Arial"/>
                <a:cs typeface="Arial"/>
              </a:defRPr>
            </a:defPPr>
            <a:lvl1pPr algn="l">
              <a:defRPr sz="1875" b="0">
                <a:solidFill>
                  <a:srgbClr val="BDD4D4"/>
                </a:solidFill>
                <a:latin typeface="Arial"/>
                <a:ea typeface="Arial"/>
                <a:cs typeface="Arial"/>
              </a:defRPr>
            </a:lvl1pPr>
            <a:lvl2pPr algn="l">
              <a:defRPr sz="1875" b="0">
                <a:solidFill>
                  <a:srgbClr val="BDD4D4"/>
                </a:solidFill>
                <a:latin typeface="Arial"/>
                <a:ea typeface="Arial"/>
                <a:cs typeface="Arial"/>
              </a:defRPr>
            </a:lvl2pPr>
            <a:lvl3pPr algn="l">
              <a:defRPr sz="1875" b="0">
                <a:solidFill>
                  <a:srgbClr val="BDD4D4"/>
                </a:solidFill>
                <a:latin typeface="Arial"/>
                <a:ea typeface="Arial"/>
                <a:cs typeface="Arial"/>
              </a:defRPr>
            </a:lvl3pPr>
            <a:lvl4pPr algn="l">
              <a:defRPr sz="1875" b="0">
                <a:solidFill>
                  <a:srgbClr val="BDD4D4"/>
                </a:solidFill>
                <a:latin typeface="Arial"/>
                <a:ea typeface="Arial"/>
                <a:cs typeface="Arial"/>
              </a:defRPr>
            </a:lvl4pPr>
            <a:lvl5pPr algn="l">
              <a:defRPr sz="1875" b="0">
                <a:solidFill>
                  <a:srgbClr val="BDD4D4"/>
                </a:solidFill>
                <a:latin typeface="Arial"/>
                <a:ea typeface="Arial"/>
                <a:cs typeface="Arial"/>
              </a:defRPr>
            </a:lvl5pPr>
            <a:lvl6pPr algn="l">
              <a:defRPr sz="1875" b="0">
                <a:solidFill>
                  <a:srgbClr val="BDD4D4"/>
                </a:solidFill>
                <a:latin typeface="Arial"/>
                <a:ea typeface="Arial"/>
                <a:cs typeface="Arial"/>
              </a:defRPr>
            </a:lvl6pPr>
            <a:lvl7pPr algn="l">
              <a:defRPr sz="1875" b="0">
                <a:solidFill>
                  <a:srgbClr val="BDD4D4"/>
                </a:solidFill>
                <a:latin typeface="Arial"/>
                <a:ea typeface="Arial"/>
                <a:cs typeface="Arial"/>
              </a:defRPr>
            </a:lvl7pPr>
            <a:lvl8pPr algn="l">
              <a:defRPr sz="1875" b="0">
                <a:solidFill>
                  <a:srgbClr val="BDD4D4"/>
                </a:solidFill>
                <a:latin typeface="Arial"/>
                <a:ea typeface="Arial"/>
                <a:cs typeface="Arial"/>
              </a:defRPr>
            </a:lvl8pPr>
            <a:lvl9pPr algn="l">
              <a:defRPr sz="1875" b="0">
                <a:solidFill>
                  <a:srgbClr val="BDD4D4"/>
                </a:solidFill>
                <a:latin typeface="Arial"/>
                <a:ea typeface="Arial"/>
                <a:cs typeface="Arial"/>
              </a:defRPr>
            </a:lvl9pPr>
          </a:lstStyle>
          <a:p>
            <a:pPr algn="l">
              <a:defRPr sz="1875" b="0">
                <a:solidFill>
                  <a:srgbClr val="BDD4D4"/>
                </a:solidFill>
                <a:latin typeface="Arial"/>
                <a:ea typeface="Arial"/>
                <a:cs typeface="Arial"/>
              </a:defRPr>
            </a:pPr>
            <a:r>
              <a:rPr sz="1875" b="0" dirty="0">
                <a:solidFill>
                  <a:schemeClr val="bg2">
                    <a:lumMod val="25000"/>
                  </a:schemeClr>
                </a:solidFill>
                <a:latin typeface="Arial"/>
                <a:ea typeface="Arial"/>
                <a:cs typeface="Arial"/>
              </a:rPr>
              <a:t>Candidate: Process accuracy and dependable escalation</a:t>
            </a:r>
          </a:p>
        </p:txBody>
      </p:sp>
      <p:sp>
        <p:nvSpPr>
          <p:cNvPr id="23" name="visual-294">
            <a:extLst>
              <a:ext uri="{FF2B5EF4-FFF2-40B4-BE49-F238E27FC236}">
                <a16:creationId xmlns:a16="http://schemas.microsoft.com/office/drawing/2014/main" id="{ACB5BA80-4066-468E-8DCC-2269C6C9ED3A}"/>
              </a:ext>
            </a:extLst>
          </p:cNvPr>
          <p:cNvSpPr>
            <a:spLocks noGrp="1"/>
          </p:cNvSpPr>
          <p:nvPr/>
        </p:nvSpPr>
        <p:spPr>
          <a:xfrm>
            <a:off x="3714750" y="4991100"/>
            <a:ext cx="7858125" cy="419100"/>
          </a:xfrm>
          <a:prstGeom prst="rect">
            <a:avLst/>
          </a:prstGeom>
          <a:noFill/>
          <a:ln w="0">
            <a:noFill/>
            <a:prstDash val="solid"/>
          </a:ln>
        </p:spPr>
        <p:txBody>
          <a:bodyPr lIns="0" tIns="0" rIns="0" bIns="0" anchor="ctr"/>
          <a:lstStyle>
            <a:defPPr algn="l">
              <a:defRPr sz="1875" b="0">
                <a:solidFill>
                  <a:srgbClr val="BDD4D4"/>
                </a:solidFill>
                <a:latin typeface="Arial"/>
                <a:ea typeface="Arial"/>
                <a:cs typeface="Arial"/>
              </a:defRPr>
            </a:defPPr>
            <a:lvl1pPr algn="l">
              <a:defRPr sz="1875" b="0">
                <a:solidFill>
                  <a:srgbClr val="BDD4D4"/>
                </a:solidFill>
                <a:latin typeface="Arial"/>
                <a:ea typeface="Arial"/>
                <a:cs typeface="Arial"/>
              </a:defRPr>
            </a:lvl1pPr>
            <a:lvl2pPr algn="l">
              <a:defRPr sz="1875" b="0">
                <a:solidFill>
                  <a:srgbClr val="BDD4D4"/>
                </a:solidFill>
                <a:latin typeface="Arial"/>
                <a:ea typeface="Arial"/>
                <a:cs typeface="Arial"/>
              </a:defRPr>
            </a:lvl2pPr>
            <a:lvl3pPr algn="l">
              <a:defRPr sz="1875" b="0">
                <a:solidFill>
                  <a:srgbClr val="BDD4D4"/>
                </a:solidFill>
                <a:latin typeface="Arial"/>
                <a:ea typeface="Arial"/>
                <a:cs typeface="Arial"/>
              </a:defRPr>
            </a:lvl3pPr>
            <a:lvl4pPr algn="l">
              <a:defRPr sz="1875" b="0">
                <a:solidFill>
                  <a:srgbClr val="BDD4D4"/>
                </a:solidFill>
                <a:latin typeface="Arial"/>
                <a:ea typeface="Arial"/>
                <a:cs typeface="Arial"/>
              </a:defRPr>
            </a:lvl4pPr>
            <a:lvl5pPr algn="l">
              <a:defRPr sz="1875" b="0">
                <a:solidFill>
                  <a:srgbClr val="BDD4D4"/>
                </a:solidFill>
                <a:latin typeface="Arial"/>
                <a:ea typeface="Arial"/>
                <a:cs typeface="Arial"/>
              </a:defRPr>
            </a:lvl5pPr>
            <a:lvl6pPr algn="l">
              <a:defRPr sz="1875" b="0">
                <a:solidFill>
                  <a:srgbClr val="BDD4D4"/>
                </a:solidFill>
                <a:latin typeface="Arial"/>
                <a:ea typeface="Arial"/>
                <a:cs typeface="Arial"/>
              </a:defRPr>
            </a:lvl6pPr>
            <a:lvl7pPr algn="l">
              <a:defRPr sz="1875" b="0">
                <a:solidFill>
                  <a:srgbClr val="BDD4D4"/>
                </a:solidFill>
                <a:latin typeface="Arial"/>
                <a:ea typeface="Arial"/>
                <a:cs typeface="Arial"/>
              </a:defRPr>
            </a:lvl7pPr>
            <a:lvl8pPr algn="l">
              <a:defRPr sz="1875" b="0">
                <a:solidFill>
                  <a:srgbClr val="BDD4D4"/>
                </a:solidFill>
                <a:latin typeface="Arial"/>
                <a:ea typeface="Arial"/>
                <a:cs typeface="Arial"/>
              </a:defRPr>
            </a:lvl8pPr>
            <a:lvl9pPr algn="l">
              <a:defRPr sz="1875" b="0">
                <a:solidFill>
                  <a:srgbClr val="BDD4D4"/>
                </a:solidFill>
                <a:latin typeface="Arial"/>
                <a:ea typeface="Arial"/>
                <a:cs typeface="Arial"/>
              </a:defRPr>
            </a:lvl9pPr>
          </a:lstStyle>
          <a:p>
            <a:pPr algn="l">
              <a:defRPr sz="1875" b="0">
                <a:solidFill>
                  <a:srgbClr val="BDD4D4"/>
                </a:solidFill>
                <a:latin typeface="Arial"/>
                <a:ea typeface="Arial"/>
                <a:cs typeface="Arial"/>
              </a:defRPr>
            </a:pPr>
            <a:r>
              <a:rPr sz="1875" b="0" dirty="0">
                <a:solidFill>
                  <a:schemeClr val="bg2">
                    <a:lumMod val="25000"/>
                  </a:schemeClr>
                </a:solidFill>
                <a:latin typeface="Arial"/>
                <a:ea typeface="Arial"/>
                <a:cs typeface="Arial"/>
              </a:rPr>
              <a:t>Selection: Handle a service queue with an unusual data fault.</a:t>
            </a:r>
          </a:p>
        </p:txBody>
      </p:sp>
      <p:sp>
        <p:nvSpPr>
          <p:cNvPr id="24" name="visual-295">
            <a:extLst>
              <a:ext uri="{FF2B5EF4-FFF2-40B4-BE49-F238E27FC236}">
                <a16:creationId xmlns:a16="http://schemas.microsoft.com/office/drawing/2014/main" id="{5F24774D-BD77-4745-B0FD-FD056CF8A387}"/>
              </a:ext>
            </a:extLst>
          </p:cNvPr>
          <p:cNvSpPr>
            <a:spLocks noGrp="1"/>
          </p:cNvSpPr>
          <p:nvPr/>
        </p:nvSpPr>
        <p:spPr>
          <a:xfrm>
            <a:off x="571500" y="5391150"/>
            <a:ext cx="11001375" cy="333375"/>
          </a:xfrm>
          <a:prstGeom prst="rect">
            <a:avLst/>
          </a:prstGeom>
          <a:noFill/>
          <a:ln w="0">
            <a:noFill/>
            <a:prstDash val="solid"/>
          </a:ln>
        </p:spPr>
        <p:txBody>
          <a:bodyPr lIns="0" tIns="0" rIns="0" bIns="0" anchor="ctr"/>
          <a:lstStyle>
            <a:defPPr algn="l">
              <a:defRPr sz="1800" b="1">
                <a:solidFill>
                  <a:srgbClr val="F7F4ED"/>
                </a:solidFill>
                <a:latin typeface="Arial"/>
                <a:ea typeface="Arial"/>
                <a:cs typeface="Arial"/>
              </a:defRPr>
            </a:defPPr>
            <a:lvl1pPr algn="l">
              <a:defRPr sz="1800" b="1">
                <a:solidFill>
                  <a:srgbClr val="F7F4ED"/>
                </a:solidFill>
                <a:latin typeface="Arial"/>
                <a:ea typeface="Arial"/>
                <a:cs typeface="Arial"/>
              </a:defRPr>
            </a:lvl1pPr>
            <a:lvl2pPr algn="l">
              <a:defRPr sz="1800" b="1">
                <a:solidFill>
                  <a:srgbClr val="F7F4ED"/>
                </a:solidFill>
                <a:latin typeface="Arial"/>
                <a:ea typeface="Arial"/>
                <a:cs typeface="Arial"/>
              </a:defRPr>
            </a:lvl2pPr>
            <a:lvl3pPr algn="l">
              <a:defRPr sz="1800" b="1">
                <a:solidFill>
                  <a:srgbClr val="F7F4ED"/>
                </a:solidFill>
                <a:latin typeface="Arial"/>
                <a:ea typeface="Arial"/>
                <a:cs typeface="Arial"/>
              </a:defRPr>
            </a:lvl3pPr>
            <a:lvl4pPr algn="l">
              <a:defRPr sz="1800" b="1">
                <a:solidFill>
                  <a:srgbClr val="F7F4ED"/>
                </a:solidFill>
                <a:latin typeface="Arial"/>
                <a:ea typeface="Arial"/>
                <a:cs typeface="Arial"/>
              </a:defRPr>
            </a:lvl4pPr>
            <a:lvl5pPr algn="l">
              <a:defRPr sz="1800" b="1">
                <a:solidFill>
                  <a:srgbClr val="F7F4ED"/>
                </a:solidFill>
                <a:latin typeface="Arial"/>
                <a:ea typeface="Arial"/>
                <a:cs typeface="Arial"/>
              </a:defRPr>
            </a:lvl5pPr>
            <a:lvl6pPr algn="l">
              <a:defRPr sz="1800" b="1">
                <a:solidFill>
                  <a:srgbClr val="F7F4ED"/>
                </a:solidFill>
                <a:latin typeface="Arial"/>
                <a:ea typeface="Arial"/>
                <a:cs typeface="Arial"/>
              </a:defRPr>
            </a:lvl6pPr>
            <a:lvl7pPr algn="l">
              <a:defRPr sz="1800" b="1">
                <a:solidFill>
                  <a:srgbClr val="F7F4ED"/>
                </a:solidFill>
                <a:latin typeface="Arial"/>
                <a:ea typeface="Arial"/>
                <a:cs typeface="Arial"/>
              </a:defRPr>
            </a:lvl7pPr>
            <a:lvl8pPr algn="l">
              <a:defRPr sz="1800" b="1">
                <a:solidFill>
                  <a:srgbClr val="F7F4ED"/>
                </a:solidFill>
                <a:latin typeface="Arial"/>
                <a:ea typeface="Arial"/>
                <a:cs typeface="Arial"/>
              </a:defRPr>
            </a:lvl8pPr>
            <a:lvl9pPr algn="l">
              <a:defRPr sz="1800" b="1">
                <a:solidFill>
                  <a:srgbClr val="F7F4ED"/>
                </a:solidFill>
                <a:latin typeface="Arial"/>
                <a:ea typeface="Arial"/>
                <a:cs typeface="Arial"/>
              </a:defRPr>
            </a:lvl9pPr>
          </a:lstStyle>
          <a:p>
            <a:pPr algn="l">
              <a:defRPr sz="1800" b="1">
                <a:solidFill>
                  <a:srgbClr val="F7F4ED"/>
                </a:solidFill>
                <a:latin typeface="Arial"/>
                <a:ea typeface="Arial"/>
                <a:cs typeface="Arial"/>
              </a:defRPr>
            </a:pPr>
            <a:r>
              <a:rPr sz="1800" b="1">
                <a:solidFill>
                  <a:schemeClr val="tx1">
                    <a:lumMod val="85000"/>
                    <a:lumOff val="15000"/>
                  </a:schemeClr>
                </a:solidFill>
                <a:latin typeface="Arial"/>
                <a:ea typeface="Arial"/>
                <a:cs typeface="Arial"/>
              </a:rPr>
              <a:t>The service owner approves the incumbent’s release.</a:t>
            </a:r>
          </a:p>
        </p:txBody>
      </p:sp>
    </p:spTree>
    <p:extLst>
      <p:ext uri="{BB962C8B-B14F-4D97-AF65-F5344CB8AC3E}">
        <p14:creationId xmlns:p14="http://schemas.microsoft.com/office/powerpoint/2010/main" val="1222291210"/>
      </p:ext>
    </p:extLst>
  </p:cSld>
  <p:clrMapOvr>
    <a:masterClrMapping/>
  </p:clrMapOvr>
</p:sld>
</file>

<file path=ppt/theme/theme1.xml><?xml version="1.0" encoding="utf-8"?>
<a:theme xmlns:a="http://schemas.openxmlformats.org/drawingml/2006/main" name="ChatGP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4358</Words>
  <Application>Microsoft Office PowerPoint</Application>
  <DocSecurity>0</DocSecurity>
  <PresentationFormat>Widescreen</PresentationFormat>
  <Paragraphs>521</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Arial</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Vaidehi Singh</cp:lastModifiedBy>
  <cp:revision>3</cp:revision>
  <dcterms:created xsi:type="dcterms:W3CDTF">2026-10-26T18:39:18Z</dcterms:created>
  <dcterms:modified xsi:type="dcterms:W3CDTF">2026-10-26T19:31:36Z</dcterms:modified>
</cp:coreProperties>
</file>